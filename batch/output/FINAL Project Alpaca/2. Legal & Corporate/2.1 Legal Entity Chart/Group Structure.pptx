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7500" y="46775"/>
            <a:ext cx="626557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2025-11-20T22:31:16Z</dcterms:modified>
  <dc:creator/>
  <dc:subject/>
  <cp:keywords/>
  <dc:description/>
  <cp:category/>
  <cp:contentStatus/>
  <dc:identifier/>
  <cp:version>None</cp:version>
</cp:coreProperties>
</file>