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75" y="1326825"/>
            <a:ext cx="8863426" cy="3016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08125" y="308850"/>
            <a:ext cx="27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chemeClr val="dk2"/>
                </a:solidFill>
              </a:rPr>
              <a:t>Sources &amp; Uses</a:t>
            </a:r>
            <a:endParaRPr b="1" sz="18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2025-11-20T21:36:38Z</dcterms:modified>
  <dc:creator/>
  <dc:subject/>
  <cp:keywords/>
  <dc:description/>
  <cp:category/>
  <cp:contentStatus/>
  <dc:identifier/>
  <cp:version>None</cp:version>
</cp:coreProperties>
</file>