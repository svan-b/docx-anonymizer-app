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500" y="46775"/>
            <a:ext cx="626557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