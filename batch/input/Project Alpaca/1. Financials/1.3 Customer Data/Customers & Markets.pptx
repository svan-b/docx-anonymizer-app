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75bc97a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75bc97a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6597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285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