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7" roundtripDataSignature="AMtx7miBwVhiMPQ15jEe6OdGOLDralxm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54981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