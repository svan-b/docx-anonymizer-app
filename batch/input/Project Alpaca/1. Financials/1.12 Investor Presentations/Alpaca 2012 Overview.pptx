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10"/>
    <p:restoredTop sz="94679"/>
  </p:normalViewPr>
  <p:slideViewPr>
    <p:cSldViewPr>
      <p:cViewPr varScale="1">
        <p:scale>
          <a:sx n="102" d="100"/>
          <a:sy n="102" d="100"/>
        </p:scale>
        <p:origin x="157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ALL RIGHTS</a:t>
            </a:r>
            <a:r>
              <a:rPr lang="en-GB" spc="5" dirty="0"/>
              <a:t> </a:t>
            </a:r>
            <a:r>
              <a:rPr lang="en-GB" spc="-10" dirty="0"/>
              <a:t>RESERVED.</a:t>
            </a:r>
            <a:r>
              <a:rPr lang="en-GB" spc="-5" dirty="0"/>
              <a:t> </a:t>
            </a:r>
            <a:r>
              <a:rPr lang="en-GB" dirty="0"/>
              <a:t>COPYRIGHT ©</a:t>
            </a:r>
            <a:r>
              <a:rPr lang="en-GB" spc="-5" dirty="0"/>
              <a:t> </a:t>
            </a:r>
            <a:r>
              <a:rPr lang="en-GB" spc="-10" dirty="0"/>
              <a:t>Alpaca</a:t>
            </a:r>
            <a:r>
              <a:rPr lang="en-GB" spc="-5" dirty="0"/>
              <a:t> </a:t>
            </a:r>
            <a:r>
              <a:rPr lang="en-GB" spc="-20" dirty="0"/>
              <a:t>2012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938" y="6856476"/>
            <a:ext cx="146303" cy="883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1914" y="6856476"/>
            <a:ext cx="147827" cy="8839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984126" y="6856476"/>
            <a:ext cx="56515" cy="88900"/>
          </a:xfrm>
          <a:custGeom>
            <a:avLst/>
            <a:gdLst/>
            <a:ahLst/>
            <a:cxnLst/>
            <a:rect l="l" t="t" r="r" b="b"/>
            <a:pathLst>
              <a:path w="56514" h="88900">
                <a:moveTo>
                  <a:pt x="56387" y="88391"/>
                </a:moveTo>
                <a:lnTo>
                  <a:pt x="56387" y="73151"/>
                </a:lnTo>
                <a:lnTo>
                  <a:pt x="15239" y="73151"/>
                </a:lnTo>
                <a:lnTo>
                  <a:pt x="15239" y="48767"/>
                </a:lnTo>
                <a:lnTo>
                  <a:pt x="48767" y="48767"/>
                </a:lnTo>
                <a:lnTo>
                  <a:pt x="48767" y="35051"/>
                </a:lnTo>
                <a:lnTo>
                  <a:pt x="15239" y="35051"/>
                </a:lnTo>
                <a:lnTo>
                  <a:pt x="15239" y="13715"/>
                </a:lnTo>
                <a:lnTo>
                  <a:pt x="54863" y="13715"/>
                </a:lnTo>
                <a:lnTo>
                  <a:pt x="54863" y="0"/>
                </a:lnTo>
                <a:lnTo>
                  <a:pt x="0" y="0"/>
                </a:lnTo>
                <a:lnTo>
                  <a:pt x="0" y="88391"/>
                </a:lnTo>
                <a:lnTo>
                  <a:pt x="56387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0806" y="6854952"/>
            <a:ext cx="373380" cy="9144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6002" y="6854952"/>
            <a:ext cx="150875" cy="9144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720218" y="6856475"/>
            <a:ext cx="17145" cy="88900"/>
          </a:xfrm>
          <a:custGeom>
            <a:avLst/>
            <a:gdLst/>
            <a:ahLst/>
            <a:cxnLst/>
            <a:rect l="l" t="t" r="r" b="b"/>
            <a:pathLst>
              <a:path w="17144" h="88900">
                <a:moveTo>
                  <a:pt x="16763" y="88391"/>
                </a:moveTo>
                <a:lnTo>
                  <a:pt x="16763" y="0"/>
                </a:lnTo>
                <a:lnTo>
                  <a:pt x="0" y="0"/>
                </a:lnTo>
                <a:lnTo>
                  <a:pt x="0" y="88391"/>
                </a:lnTo>
                <a:lnTo>
                  <a:pt x="16763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9842" y="6854952"/>
            <a:ext cx="304800" cy="9144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55657" y="6742176"/>
            <a:ext cx="6658609" cy="0"/>
          </a:xfrm>
          <a:custGeom>
            <a:avLst/>
            <a:gdLst/>
            <a:ahLst/>
            <a:cxnLst/>
            <a:rect l="l" t="t" r="r" b="b"/>
            <a:pathLst>
              <a:path w="6658609">
                <a:moveTo>
                  <a:pt x="6658352" y="0"/>
                </a:moveTo>
                <a:lnTo>
                  <a:pt x="0" y="0"/>
                </a:lnTo>
              </a:path>
            </a:pathLst>
          </a:custGeom>
          <a:ln w="34924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ALL RIGHTS</a:t>
            </a:r>
            <a:r>
              <a:rPr lang="en-GB" spc="5" dirty="0"/>
              <a:t> </a:t>
            </a:r>
            <a:r>
              <a:rPr lang="en-GB" spc="-10" dirty="0"/>
              <a:t>RESERVED.</a:t>
            </a:r>
            <a:r>
              <a:rPr lang="en-GB" spc="-5" dirty="0"/>
              <a:t> </a:t>
            </a:r>
            <a:r>
              <a:rPr lang="en-GB" dirty="0"/>
              <a:t>COPYRIGHT ©</a:t>
            </a:r>
            <a:r>
              <a:rPr lang="en-GB" spc="-5" dirty="0"/>
              <a:t> </a:t>
            </a:r>
            <a:r>
              <a:rPr lang="en-GB" spc="-10" dirty="0"/>
              <a:t>Alpaca</a:t>
            </a:r>
            <a:r>
              <a:rPr lang="en-GB" spc="-5" dirty="0"/>
              <a:t> </a:t>
            </a:r>
            <a:r>
              <a:rPr lang="en-GB" spc="-20" dirty="0"/>
              <a:t>2012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ALL RIGHTS</a:t>
            </a:r>
            <a:r>
              <a:rPr lang="en-GB" spc="5" dirty="0"/>
              <a:t> </a:t>
            </a:r>
            <a:r>
              <a:rPr lang="en-GB" spc="-10" dirty="0"/>
              <a:t>RESERVED.</a:t>
            </a:r>
            <a:r>
              <a:rPr lang="en-GB" spc="-5" dirty="0"/>
              <a:t> </a:t>
            </a:r>
            <a:r>
              <a:rPr lang="en-GB" dirty="0"/>
              <a:t>COPYRIGHT ©</a:t>
            </a:r>
            <a:r>
              <a:rPr lang="en-GB" spc="-5" dirty="0"/>
              <a:t> </a:t>
            </a:r>
            <a:r>
              <a:rPr lang="en-GB" spc="-10" dirty="0"/>
              <a:t>Alpaca</a:t>
            </a:r>
            <a:r>
              <a:rPr lang="en-GB" spc="-5" dirty="0"/>
              <a:t> </a:t>
            </a:r>
            <a:r>
              <a:rPr lang="en-GB" spc="-20" dirty="0"/>
              <a:t>2012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938" y="6856476"/>
            <a:ext cx="146303" cy="883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1914" y="6856476"/>
            <a:ext cx="147827" cy="8839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984126" y="6856476"/>
            <a:ext cx="56515" cy="88900"/>
          </a:xfrm>
          <a:custGeom>
            <a:avLst/>
            <a:gdLst/>
            <a:ahLst/>
            <a:cxnLst/>
            <a:rect l="l" t="t" r="r" b="b"/>
            <a:pathLst>
              <a:path w="56514" h="88900">
                <a:moveTo>
                  <a:pt x="56387" y="88391"/>
                </a:moveTo>
                <a:lnTo>
                  <a:pt x="56387" y="73151"/>
                </a:lnTo>
                <a:lnTo>
                  <a:pt x="15239" y="73151"/>
                </a:lnTo>
                <a:lnTo>
                  <a:pt x="15239" y="48767"/>
                </a:lnTo>
                <a:lnTo>
                  <a:pt x="48767" y="48767"/>
                </a:lnTo>
                <a:lnTo>
                  <a:pt x="48767" y="35051"/>
                </a:lnTo>
                <a:lnTo>
                  <a:pt x="15239" y="35051"/>
                </a:lnTo>
                <a:lnTo>
                  <a:pt x="15239" y="13715"/>
                </a:lnTo>
                <a:lnTo>
                  <a:pt x="54863" y="13715"/>
                </a:lnTo>
                <a:lnTo>
                  <a:pt x="54863" y="0"/>
                </a:lnTo>
                <a:lnTo>
                  <a:pt x="0" y="0"/>
                </a:lnTo>
                <a:lnTo>
                  <a:pt x="0" y="88391"/>
                </a:lnTo>
                <a:lnTo>
                  <a:pt x="56387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0806" y="6854952"/>
            <a:ext cx="373380" cy="9144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6002" y="6854952"/>
            <a:ext cx="150875" cy="9144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720218" y="6856475"/>
            <a:ext cx="17145" cy="88900"/>
          </a:xfrm>
          <a:custGeom>
            <a:avLst/>
            <a:gdLst/>
            <a:ahLst/>
            <a:cxnLst/>
            <a:rect l="l" t="t" r="r" b="b"/>
            <a:pathLst>
              <a:path w="17144" h="88900">
                <a:moveTo>
                  <a:pt x="16763" y="88391"/>
                </a:moveTo>
                <a:lnTo>
                  <a:pt x="16763" y="0"/>
                </a:lnTo>
                <a:lnTo>
                  <a:pt x="0" y="0"/>
                </a:lnTo>
                <a:lnTo>
                  <a:pt x="0" y="88391"/>
                </a:lnTo>
                <a:lnTo>
                  <a:pt x="16763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9842" y="6854952"/>
            <a:ext cx="304800" cy="9144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55657" y="6742176"/>
            <a:ext cx="6658609" cy="0"/>
          </a:xfrm>
          <a:custGeom>
            <a:avLst/>
            <a:gdLst/>
            <a:ahLst/>
            <a:cxnLst/>
            <a:rect l="l" t="t" r="r" b="b"/>
            <a:pathLst>
              <a:path w="6658609">
                <a:moveTo>
                  <a:pt x="6658352" y="0"/>
                </a:moveTo>
                <a:lnTo>
                  <a:pt x="0" y="0"/>
                </a:lnTo>
              </a:path>
            </a:pathLst>
          </a:custGeom>
          <a:ln w="34924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ALL RIGHTS</a:t>
            </a:r>
            <a:r>
              <a:rPr lang="en-GB" spc="5" dirty="0"/>
              <a:t> </a:t>
            </a:r>
            <a:r>
              <a:rPr lang="en-GB" spc="-10" dirty="0"/>
              <a:t>RESERVED.</a:t>
            </a:r>
            <a:r>
              <a:rPr lang="en-GB" spc="-5" dirty="0"/>
              <a:t> </a:t>
            </a:r>
            <a:r>
              <a:rPr lang="en-GB" dirty="0"/>
              <a:t>COPYRIGHT ©</a:t>
            </a:r>
            <a:r>
              <a:rPr lang="en-GB" spc="-5" dirty="0"/>
              <a:t> </a:t>
            </a:r>
            <a:r>
              <a:rPr lang="en-GB" spc="-10" dirty="0"/>
              <a:t>Alpaca</a:t>
            </a:r>
            <a:r>
              <a:rPr lang="en-GB" spc="-5" dirty="0"/>
              <a:t> </a:t>
            </a:r>
            <a:r>
              <a:rPr lang="en-GB" spc="-20" dirty="0"/>
              <a:t>2012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938" y="6856476"/>
            <a:ext cx="146303" cy="883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1914" y="6856476"/>
            <a:ext cx="147827" cy="8839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984126" y="6856476"/>
            <a:ext cx="56515" cy="88900"/>
          </a:xfrm>
          <a:custGeom>
            <a:avLst/>
            <a:gdLst/>
            <a:ahLst/>
            <a:cxnLst/>
            <a:rect l="l" t="t" r="r" b="b"/>
            <a:pathLst>
              <a:path w="56514" h="88900">
                <a:moveTo>
                  <a:pt x="56387" y="88391"/>
                </a:moveTo>
                <a:lnTo>
                  <a:pt x="56387" y="73151"/>
                </a:lnTo>
                <a:lnTo>
                  <a:pt x="15239" y="73151"/>
                </a:lnTo>
                <a:lnTo>
                  <a:pt x="15239" y="48767"/>
                </a:lnTo>
                <a:lnTo>
                  <a:pt x="48767" y="48767"/>
                </a:lnTo>
                <a:lnTo>
                  <a:pt x="48767" y="35051"/>
                </a:lnTo>
                <a:lnTo>
                  <a:pt x="15239" y="35051"/>
                </a:lnTo>
                <a:lnTo>
                  <a:pt x="15239" y="13715"/>
                </a:lnTo>
                <a:lnTo>
                  <a:pt x="54863" y="13715"/>
                </a:lnTo>
                <a:lnTo>
                  <a:pt x="54863" y="0"/>
                </a:lnTo>
                <a:lnTo>
                  <a:pt x="0" y="0"/>
                </a:lnTo>
                <a:lnTo>
                  <a:pt x="0" y="88391"/>
                </a:lnTo>
                <a:lnTo>
                  <a:pt x="56387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0806" y="6854952"/>
            <a:ext cx="373380" cy="9144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6002" y="6854952"/>
            <a:ext cx="150875" cy="9144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720218" y="6856475"/>
            <a:ext cx="17145" cy="88900"/>
          </a:xfrm>
          <a:custGeom>
            <a:avLst/>
            <a:gdLst/>
            <a:ahLst/>
            <a:cxnLst/>
            <a:rect l="l" t="t" r="r" b="b"/>
            <a:pathLst>
              <a:path w="17144" h="88900">
                <a:moveTo>
                  <a:pt x="16763" y="88391"/>
                </a:moveTo>
                <a:lnTo>
                  <a:pt x="16763" y="0"/>
                </a:lnTo>
                <a:lnTo>
                  <a:pt x="0" y="0"/>
                </a:lnTo>
                <a:lnTo>
                  <a:pt x="0" y="88391"/>
                </a:lnTo>
                <a:lnTo>
                  <a:pt x="16763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9842" y="6854952"/>
            <a:ext cx="304800" cy="9144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55657" y="6742176"/>
            <a:ext cx="6658609" cy="0"/>
          </a:xfrm>
          <a:custGeom>
            <a:avLst/>
            <a:gdLst/>
            <a:ahLst/>
            <a:cxnLst/>
            <a:rect l="l" t="t" r="r" b="b"/>
            <a:pathLst>
              <a:path w="6658609">
                <a:moveTo>
                  <a:pt x="6658352" y="0"/>
                </a:moveTo>
                <a:lnTo>
                  <a:pt x="0" y="0"/>
                </a:lnTo>
              </a:path>
            </a:pathLst>
          </a:custGeom>
          <a:ln w="34924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ALL RIGHTS</a:t>
            </a:r>
            <a:r>
              <a:rPr lang="en-GB" spc="5" dirty="0"/>
              <a:t> </a:t>
            </a:r>
            <a:r>
              <a:rPr lang="en-GB" spc="-10" dirty="0"/>
              <a:t>RESERVED.</a:t>
            </a:r>
            <a:r>
              <a:rPr lang="en-GB" spc="-5" dirty="0"/>
              <a:t> </a:t>
            </a:r>
            <a:r>
              <a:rPr lang="en-GB" dirty="0"/>
              <a:t>COPYRIGHT ©</a:t>
            </a:r>
            <a:r>
              <a:rPr lang="en-GB" spc="-5" dirty="0"/>
              <a:t> </a:t>
            </a:r>
            <a:r>
              <a:rPr lang="en-GB" spc="-10" dirty="0"/>
              <a:t>Alpaca</a:t>
            </a:r>
            <a:r>
              <a:rPr lang="en-GB" spc="-5" dirty="0"/>
              <a:t> </a:t>
            </a:r>
            <a:r>
              <a:rPr lang="en-GB" spc="-20" dirty="0"/>
              <a:t>2012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2938" y="6856476"/>
            <a:ext cx="146303" cy="883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11914" y="6856476"/>
            <a:ext cx="147827" cy="8839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984126" y="6856476"/>
            <a:ext cx="56515" cy="88900"/>
          </a:xfrm>
          <a:custGeom>
            <a:avLst/>
            <a:gdLst/>
            <a:ahLst/>
            <a:cxnLst/>
            <a:rect l="l" t="t" r="r" b="b"/>
            <a:pathLst>
              <a:path w="56514" h="88900">
                <a:moveTo>
                  <a:pt x="56387" y="88391"/>
                </a:moveTo>
                <a:lnTo>
                  <a:pt x="56387" y="73151"/>
                </a:lnTo>
                <a:lnTo>
                  <a:pt x="15239" y="73151"/>
                </a:lnTo>
                <a:lnTo>
                  <a:pt x="15239" y="48767"/>
                </a:lnTo>
                <a:lnTo>
                  <a:pt x="48767" y="48767"/>
                </a:lnTo>
                <a:lnTo>
                  <a:pt x="48767" y="35051"/>
                </a:lnTo>
                <a:lnTo>
                  <a:pt x="15239" y="35051"/>
                </a:lnTo>
                <a:lnTo>
                  <a:pt x="15239" y="13715"/>
                </a:lnTo>
                <a:lnTo>
                  <a:pt x="54863" y="13715"/>
                </a:lnTo>
                <a:lnTo>
                  <a:pt x="54863" y="0"/>
                </a:lnTo>
                <a:lnTo>
                  <a:pt x="0" y="0"/>
                </a:lnTo>
                <a:lnTo>
                  <a:pt x="0" y="88391"/>
                </a:lnTo>
                <a:lnTo>
                  <a:pt x="56387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90806" y="6854952"/>
            <a:ext cx="373380" cy="9144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16002" y="6854952"/>
            <a:ext cx="150875" cy="9144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720218" y="6856475"/>
            <a:ext cx="17145" cy="88900"/>
          </a:xfrm>
          <a:custGeom>
            <a:avLst/>
            <a:gdLst/>
            <a:ahLst/>
            <a:cxnLst/>
            <a:rect l="l" t="t" r="r" b="b"/>
            <a:pathLst>
              <a:path w="17144" h="88900">
                <a:moveTo>
                  <a:pt x="16763" y="88391"/>
                </a:moveTo>
                <a:lnTo>
                  <a:pt x="16763" y="0"/>
                </a:lnTo>
                <a:lnTo>
                  <a:pt x="0" y="0"/>
                </a:lnTo>
                <a:lnTo>
                  <a:pt x="0" y="88391"/>
                </a:lnTo>
                <a:lnTo>
                  <a:pt x="16763" y="88391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59842" y="6854952"/>
            <a:ext cx="304800" cy="9144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55657" y="6742176"/>
            <a:ext cx="6658609" cy="0"/>
          </a:xfrm>
          <a:custGeom>
            <a:avLst/>
            <a:gdLst/>
            <a:ahLst/>
            <a:cxnLst/>
            <a:rect l="l" t="t" r="r" b="b"/>
            <a:pathLst>
              <a:path w="6658609">
                <a:moveTo>
                  <a:pt x="6658352" y="0"/>
                </a:moveTo>
                <a:lnTo>
                  <a:pt x="0" y="0"/>
                </a:lnTo>
              </a:path>
            </a:pathLst>
          </a:custGeom>
          <a:ln w="34924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0779" y="506983"/>
            <a:ext cx="705993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8092" y="2416554"/>
            <a:ext cx="8267065" cy="3804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E7E7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ALL RIGHTS</a:t>
            </a:r>
            <a:r>
              <a:rPr lang="en-GB" spc="5" dirty="0"/>
              <a:t> </a:t>
            </a:r>
            <a:r>
              <a:rPr lang="en-GB" spc="-10" dirty="0"/>
              <a:t>RESERVED.</a:t>
            </a:r>
            <a:r>
              <a:rPr lang="en-GB" spc="-5" dirty="0"/>
              <a:t> </a:t>
            </a:r>
            <a:r>
              <a:rPr lang="en-GB" dirty="0"/>
              <a:t>COPYRIGHT ©</a:t>
            </a:r>
            <a:r>
              <a:rPr lang="en-GB" spc="-5" dirty="0"/>
              <a:t> </a:t>
            </a:r>
            <a:r>
              <a:rPr lang="en-GB" spc="-10" dirty="0"/>
              <a:t>Alpaca</a:t>
            </a:r>
            <a:r>
              <a:rPr lang="en-GB" spc="-5" dirty="0"/>
              <a:t> </a:t>
            </a:r>
            <a:r>
              <a:rPr lang="en-GB" spc="-20" dirty="0"/>
              <a:t>2012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2801" y="6788840"/>
            <a:ext cx="332105" cy="19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.png"/><Relationship Id="rId21" Type="http://schemas.openxmlformats.org/officeDocument/2006/relationships/image" Target="../media/image27.png"/><Relationship Id="rId42" Type="http://schemas.openxmlformats.org/officeDocument/2006/relationships/image" Target="../media/image48.png"/><Relationship Id="rId63" Type="http://schemas.openxmlformats.org/officeDocument/2006/relationships/image" Target="../media/image69.png"/><Relationship Id="rId84" Type="http://schemas.openxmlformats.org/officeDocument/2006/relationships/image" Target="../media/image90.png"/><Relationship Id="rId138" Type="http://schemas.openxmlformats.org/officeDocument/2006/relationships/image" Target="../media/image144.png"/><Relationship Id="rId159" Type="http://schemas.openxmlformats.org/officeDocument/2006/relationships/image" Target="../media/image165.png"/><Relationship Id="rId170" Type="http://schemas.openxmlformats.org/officeDocument/2006/relationships/image" Target="../media/image176.png"/><Relationship Id="rId191" Type="http://schemas.openxmlformats.org/officeDocument/2006/relationships/image" Target="../media/image197.png"/><Relationship Id="rId205" Type="http://schemas.openxmlformats.org/officeDocument/2006/relationships/image" Target="../media/image211.png"/><Relationship Id="rId226" Type="http://schemas.openxmlformats.org/officeDocument/2006/relationships/image" Target="../media/image232.png"/><Relationship Id="rId107" Type="http://schemas.openxmlformats.org/officeDocument/2006/relationships/image" Target="../media/image113.png"/><Relationship Id="rId11" Type="http://schemas.openxmlformats.org/officeDocument/2006/relationships/image" Target="../media/image17.png"/><Relationship Id="rId32" Type="http://schemas.openxmlformats.org/officeDocument/2006/relationships/image" Target="../media/image38.png"/><Relationship Id="rId53" Type="http://schemas.openxmlformats.org/officeDocument/2006/relationships/image" Target="../media/image59.png"/><Relationship Id="rId74" Type="http://schemas.openxmlformats.org/officeDocument/2006/relationships/image" Target="../media/image80.png"/><Relationship Id="rId128" Type="http://schemas.openxmlformats.org/officeDocument/2006/relationships/image" Target="../media/image134.png"/><Relationship Id="rId149" Type="http://schemas.openxmlformats.org/officeDocument/2006/relationships/image" Target="../media/image155.png"/><Relationship Id="rId5" Type="http://schemas.openxmlformats.org/officeDocument/2006/relationships/image" Target="../media/image11.png"/><Relationship Id="rId95" Type="http://schemas.openxmlformats.org/officeDocument/2006/relationships/image" Target="../media/image101.png"/><Relationship Id="rId160" Type="http://schemas.openxmlformats.org/officeDocument/2006/relationships/image" Target="../media/image166.png"/><Relationship Id="rId181" Type="http://schemas.openxmlformats.org/officeDocument/2006/relationships/image" Target="../media/image187.png"/><Relationship Id="rId216" Type="http://schemas.openxmlformats.org/officeDocument/2006/relationships/image" Target="../media/image222.png"/><Relationship Id="rId22" Type="http://schemas.openxmlformats.org/officeDocument/2006/relationships/image" Target="../media/image28.png"/><Relationship Id="rId43" Type="http://schemas.openxmlformats.org/officeDocument/2006/relationships/image" Target="../media/image49.png"/><Relationship Id="rId64" Type="http://schemas.openxmlformats.org/officeDocument/2006/relationships/image" Target="../media/image70.png"/><Relationship Id="rId118" Type="http://schemas.openxmlformats.org/officeDocument/2006/relationships/image" Target="../media/image124.png"/><Relationship Id="rId139" Type="http://schemas.openxmlformats.org/officeDocument/2006/relationships/image" Target="../media/image145.png"/><Relationship Id="rId85" Type="http://schemas.openxmlformats.org/officeDocument/2006/relationships/image" Target="../media/image91.png"/><Relationship Id="rId150" Type="http://schemas.openxmlformats.org/officeDocument/2006/relationships/image" Target="../media/image156.png"/><Relationship Id="rId171" Type="http://schemas.openxmlformats.org/officeDocument/2006/relationships/image" Target="../media/image177.png"/><Relationship Id="rId192" Type="http://schemas.openxmlformats.org/officeDocument/2006/relationships/image" Target="../media/image198.png"/><Relationship Id="rId206" Type="http://schemas.openxmlformats.org/officeDocument/2006/relationships/image" Target="../media/image212.png"/><Relationship Id="rId12" Type="http://schemas.openxmlformats.org/officeDocument/2006/relationships/image" Target="../media/image18.png"/><Relationship Id="rId33" Type="http://schemas.openxmlformats.org/officeDocument/2006/relationships/image" Target="../media/image39.png"/><Relationship Id="rId108" Type="http://schemas.openxmlformats.org/officeDocument/2006/relationships/image" Target="../media/image114.png"/><Relationship Id="rId129" Type="http://schemas.openxmlformats.org/officeDocument/2006/relationships/image" Target="../media/image135.png"/><Relationship Id="rId54" Type="http://schemas.openxmlformats.org/officeDocument/2006/relationships/image" Target="../media/image60.png"/><Relationship Id="rId75" Type="http://schemas.openxmlformats.org/officeDocument/2006/relationships/image" Target="../media/image81.png"/><Relationship Id="rId96" Type="http://schemas.openxmlformats.org/officeDocument/2006/relationships/image" Target="../media/image102.png"/><Relationship Id="rId140" Type="http://schemas.openxmlformats.org/officeDocument/2006/relationships/image" Target="../media/image146.png"/><Relationship Id="rId161" Type="http://schemas.openxmlformats.org/officeDocument/2006/relationships/image" Target="../media/image167.png"/><Relationship Id="rId182" Type="http://schemas.openxmlformats.org/officeDocument/2006/relationships/image" Target="../media/image188.png"/><Relationship Id="rId217" Type="http://schemas.openxmlformats.org/officeDocument/2006/relationships/image" Target="../media/image223.png"/><Relationship Id="rId6" Type="http://schemas.openxmlformats.org/officeDocument/2006/relationships/image" Target="../media/image12.png"/><Relationship Id="rId23" Type="http://schemas.openxmlformats.org/officeDocument/2006/relationships/image" Target="../media/image29.png"/><Relationship Id="rId119" Type="http://schemas.openxmlformats.org/officeDocument/2006/relationships/image" Target="../media/image125.png"/><Relationship Id="rId44" Type="http://schemas.openxmlformats.org/officeDocument/2006/relationships/image" Target="../media/image50.png"/><Relationship Id="rId65" Type="http://schemas.openxmlformats.org/officeDocument/2006/relationships/image" Target="../media/image71.png"/><Relationship Id="rId86" Type="http://schemas.openxmlformats.org/officeDocument/2006/relationships/image" Target="../media/image92.png"/><Relationship Id="rId130" Type="http://schemas.openxmlformats.org/officeDocument/2006/relationships/image" Target="../media/image136.png"/><Relationship Id="rId151" Type="http://schemas.openxmlformats.org/officeDocument/2006/relationships/image" Target="../media/image157.png"/><Relationship Id="rId172" Type="http://schemas.openxmlformats.org/officeDocument/2006/relationships/image" Target="../media/image178.png"/><Relationship Id="rId193" Type="http://schemas.openxmlformats.org/officeDocument/2006/relationships/image" Target="../media/image199.png"/><Relationship Id="rId207" Type="http://schemas.openxmlformats.org/officeDocument/2006/relationships/image" Target="../media/image213.png"/><Relationship Id="rId13" Type="http://schemas.openxmlformats.org/officeDocument/2006/relationships/image" Target="../media/image19.png"/><Relationship Id="rId109" Type="http://schemas.openxmlformats.org/officeDocument/2006/relationships/image" Target="../media/image115.png"/><Relationship Id="rId34" Type="http://schemas.openxmlformats.org/officeDocument/2006/relationships/image" Target="../media/image40.png"/><Relationship Id="rId55" Type="http://schemas.openxmlformats.org/officeDocument/2006/relationships/image" Target="../media/image61.png"/><Relationship Id="rId76" Type="http://schemas.openxmlformats.org/officeDocument/2006/relationships/image" Target="../media/image82.png"/><Relationship Id="rId97" Type="http://schemas.openxmlformats.org/officeDocument/2006/relationships/image" Target="../media/image103.png"/><Relationship Id="rId120" Type="http://schemas.openxmlformats.org/officeDocument/2006/relationships/image" Target="../media/image126.png"/><Relationship Id="rId141" Type="http://schemas.openxmlformats.org/officeDocument/2006/relationships/image" Target="../media/image147.png"/><Relationship Id="rId7" Type="http://schemas.openxmlformats.org/officeDocument/2006/relationships/image" Target="../media/image13.png"/><Relationship Id="rId162" Type="http://schemas.openxmlformats.org/officeDocument/2006/relationships/image" Target="../media/image168.png"/><Relationship Id="rId183" Type="http://schemas.openxmlformats.org/officeDocument/2006/relationships/image" Target="../media/image189.png"/><Relationship Id="rId218" Type="http://schemas.openxmlformats.org/officeDocument/2006/relationships/image" Target="../media/image224.png"/><Relationship Id="rId24" Type="http://schemas.openxmlformats.org/officeDocument/2006/relationships/image" Target="../media/image30.png"/><Relationship Id="rId45" Type="http://schemas.openxmlformats.org/officeDocument/2006/relationships/image" Target="../media/image51.png"/><Relationship Id="rId66" Type="http://schemas.openxmlformats.org/officeDocument/2006/relationships/image" Target="../media/image72.png"/><Relationship Id="rId87" Type="http://schemas.openxmlformats.org/officeDocument/2006/relationships/image" Target="../media/image93.png"/><Relationship Id="rId110" Type="http://schemas.openxmlformats.org/officeDocument/2006/relationships/image" Target="../media/image116.png"/><Relationship Id="rId131" Type="http://schemas.openxmlformats.org/officeDocument/2006/relationships/image" Target="../media/image137.png"/><Relationship Id="rId152" Type="http://schemas.openxmlformats.org/officeDocument/2006/relationships/image" Target="../media/image158.png"/><Relationship Id="rId173" Type="http://schemas.openxmlformats.org/officeDocument/2006/relationships/image" Target="../media/image179.png"/><Relationship Id="rId194" Type="http://schemas.openxmlformats.org/officeDocument/2006/relationships/image" Target="../media/image200.png"/><Relationship Id="rId208" Type="http://schemas.openxmlformats.org/officeDocument/2006/relationships/image" Target="../media/image214.png"/><Relationship Id="rId14" Type="http://schemas.openxmlformats.org/officeDocument/2006/relationships/image" Target="../media/image20.png"/><Relationship Id="rId35" Type="http://schemas.openxmlformats.org/officeDocument/2006/relationships/image" Target="../media/image41.png"/><Relationship Id="rId56" Type="http://schemas.openxmlformats.org/officeDocument/2006/relationships/image" Target="../media/image62.png"/><Relationship Id="rId77" Type="http://schemas.openxmlformats.org/officeDocument/2006/relationships/image" Target="../media/image83.png"/><Relationship Id="rId100" Type="http://schemas.openxmlformats.org/officeDocument/2006/relationships/image" Target="../media/image106.png"/><Relationship Id="rId8" Type="http://schemas.openxmlformats.org/officeDocument/2006/relationships/image" Target="../media/image14.png"/><Relationship Id="rId98" Type="http://schemas.openxmlformats.org/officeDocument/2006/relationships/image" Target="../media/image104.png"/><Relationship Id="rId121" Type="http://schemas.openxmlformats.org/officeDocument/2006/relationships/image" Target="../media/image127.png"/><Relationship Id="rId142" Type="http://schemas.openxmlformats.org/officeDocument/2006/relationships/image" Target="../media/image148.png"/><Relationship Id="rId163" Type="http://schemas.openxmlformats.org/officeDocument/2006/relationships/image" Target="../media/image169.png"/><Relationship Id="rId184" Type="http://schemas.openxmlformats.org/officeDocument/2006/relationships/image" Target="../media/image190.png"/><Relationship Id="rId219" Type="http://schemas.openxmlformats.org/officeDocument/2006/relationships/image" Target="../media/image225.png"/><Relationship Id="rId3" Type="http://schemas.openxmlformats.org/officeDocument/2006/relationships/image" Target="../media/image9.png"/><Relationship Id="rId214" Type="http://schemas.openxmlformats.org/officeDocument/2006/relationships/image" Target="../media/image220.png"/><Relationship Id="rId25" Type="http://schemas.openxmlformats.org/officeDocument/2006/relationships/image" Target="../media/image31.png"/><Relationship Id="rId46" Type="http://schemas.openxmlformats.org/officeDocument/2006/relationships/image" Target="../media/image52.png"/><Relationship Id="rId67" Type="http://schemas.openxmlformats.org/officeDocument/2006/relationships/image" Target="../media/image73.png"/><Relationship Id="rId116" Type="http://schemas.openxmlformats.org/officeDocument/2006/relationships/image" Target="../media/image122.png"/><Relationship Id="rId137" Type="http://schemas.openxmlformats.org/officeDocument/2006/relationships/image" Target="../media/image143.png"/><Relationship Id="rId158" Type="http://schemas.openxmlformats.org/officeDocument/2006/relationships/image" Target="../media/image164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Relationship Id="rId62" Type="http://schemas.openxmlformats.org/officeDocument/2006/relationships/image" Target="../media/image68.png"/><Relationship Id="rId83" Type="http://schemas.openxmlformats.org/officeDocument/2006/relationships/image" Target="../media/image89.png"/><Relationship Id="rId88" Type="http://schemas.openxmlformats.org/officeDocument/2006/relationships/image" Target="../media/image94.png"/><Relationship Id="rId111" Type="http://schemas.openxmlformats.org/officeDocument/2006/relationships/image" Target="../media/image117.png"/><Relationship Id="rId132" Type="http://schemas.openxmlformats.org/officeDocument/2006/relationships/image" Target="../media/image138.png"/><Relationship Id="rId153" Type="http://schemas.openxmlformats.org/officeDocument/2006/relationships/image" Target="../media/image159.png"/><Relationship Id="rId174" Type="http://schemas.openxmlformats.org/officeDocument/2006/relationships/image" Target="../media/image180.png"/><Relationship Id="rId179" Type="http://schemas.openxmlformats.org/officeDocument/2006/relationships/image" Target="../media/image185.png"/><Relationship Id="rId195" Type="http://schemas.openxmlformats.org/officeDocument/2006/relationships/image" Target="../media/image201.png"/><Relationship Id="rId209" Type="http://schemas.openxmlformats.org/officeDocument/2006/relationships/image" Target="../media/image215.png"/><Relationship Id="rId190" Type="http://schemas.openxmlformats.org/officeDocument/2006/relationships/image" Target="../media/image196.png"/><Relationship Id="rId204" Type="http://schemas.openxmlformats.org/officeDocument/2006/relationships/image" Target="../media/image210.png"/><Relationship Id="rId220" Type="http://schemas.openxmlformats.org/officeDocument/2006/relationships/image" Target="../media/image226.png"/><Relationship Id="rId225" Type="http://schemas.openxmlformats.org/officeDocument/2006/relationships/image" Target="../media/image231.png"/><Relationship Id="rId15" Type="http://schemas.openxmlformats.org/officeDocument/2006/relationships/image" Target="../media/image21.png"/><Relationship Id="rId36" Type="http://schemas.openxmlformats.org/officeDocument/2006/relationships/image" Target="../media/image42.png"/><Relationship Id="rId57" Type="http://schemas.openxmlformats.org/officeDocument/2006/relationships/image" Target="../media/image63.png"/><Relationship Id="rId106" Type="http://schemas.openxmlformats.org/officeDocument/2006/relationships/image" Target="../media/image112.png"/><Relationship Id="rId127" Type="http://schemas.openxmlformats.org/officeDocument/2006/relationships/image" Target="../media/image133.png"/><Relationship Id="rId10" Type="http://schemas.openxmlformats.org/officeDocument/2006/relationships/image" Target="../media/image16.png"/><Relationship Id="rId31" Type="http://schemas.openxmlformats.org/officeDocument/2006/relationships/image" Target="../media/image37.png"/><Relationship Id="rId52" Type="http://schemas.openxmlformats.org/officeDocument/2006/relationships/image" Target="../media/image58.png"/><Relationship Id="rId73" Type="http://schemas.openxmlformats.org/officeDocument/2006/relationships/image" Target="../media/image79.png"/><Relationship Id="rId78" Type="http://schemas.openxmlformats.org/officeDocument/2006/relationships/image" Target="../media/image84.png"/><Relationship Id="rId94" Type="http://schemas.openxmlformats.org/officeDocument/2006/relationships/image" Target="../media/image100.png"/><Relationship Id="rId99" Type="http://schemas.openxmlformats.org/officeDocument/2006/relationships/image" Target="../media/image105.png"/><Relationship Id="rId101" Type="http://schemas.openxmlformats.org/officeDocument/2006/relationships/image" Target="../media/image107.png"/><Relationship Id="rId122" Type="http://schemas.openxmlformats.org/officeDocument/2006/relationships/image" Target="../media/image128.png"/><Relationship Id="rId143" Type="http://schemas.openxmlformats.org/officeDocument/2006/relationships/image" Target="../media/image149.png"/><Relationship Id="rId148" Type="http://schemas.openxmlformats.org/officeDocument/2006/relationships/image" Target="../media/image154.png"/><Relationship Id="rId164" Type="http://schemas.openxmlformats.org/officeDocument/2006/relationships/image" Target="../media/image170.png"/><Relationship Id="rId169" Type="http://schemas.openxmlformats.org/officeDocument/2006/relationships/image" Target="../media/image175.png"/><Relationship Id="rId185" Type="http://schemas.openxmlformats.org/officeDocument/2006/relationships/image" Target="../media/image19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80" Type="http://schemas.openxmlformats.org/officeDocument/2006/relationships/image" Target="../media/image186.png"/><Relationship Id="rId210" Type="http://schemas.openxmlformats.org/officeDocument/2006/relationships/image" Target="../media/image216.png"/><Relationship Id="rId215" Type="http://schemas.openxmlformats.org/officeDocument/2006/relationships/image" Target="../media/image221.png"/><Relationship Id="rId26" Type="http://schemas.openxmlformats.org/officeDocument/2006/relationships/image" Target="../media/image32.png"/><Relationship Id="rId47" Type="http://schemas.openxmlformats.org/officeDocument/2006/relationships/image" Target="../media/image53.png"/><Relationship Id="rId68" Type="http://schemas.openxmlformats.org/officeDocument/2006/relationships/image" Target="../media/image74.png"/><Relationship Id="rId89" Type="http://schemas.openxmlformats.org/officeDocument/2006/relationships/image" Target="../media/image95.png"/><Relationship Id="rId112" Type="http://schemas.openxmlformats.org/officeDocument/2006/relationships/image" Target="../media/image118.png"/><Relationship Id="rId133" Type="http://schemas.openxmlformats.org/officeDocument/2006/relationships/image" Target="../media/image139.png"/><Relationship Id="rId154" Type="http://schemas.openxmlformats.org/officeDocument/2006/relationships/image" Target="../media/image160.png"/><Relationship Id="rId175" Type="http://schemas.openxmlformats.org/officeDocument/2006/relationships/image" Target="../media/image181.png"/><Relationship Id="rId196" Type="http://schemas.openxmlformats.org/officeDocument/2006/relationships/image" Target="../media/image202.png"/><Relationship Id="rId200" Type="http://schemas.openxmlformats.org/officeDocument/2006/relationships/image" Target="../media/image206.png"/><Relationship Id="rId16" Type="http://schemas.openxmlformats.org/officeDocument/2006/relationships/image" Target="../media/image22.png"/><Relationship Id="rId221" Type="http://schemas.openxmlformats.org/officeDocument/2006/relationships/image" Target="../media/image227.png"/><Relationship Id="rId37" Type="http://schemas.openxmlformats.org/officeDocument/2006/relationships/image" Target="../media/image43.png"/><Relationship Id="rId58" Type="http://schemas.openxmlformats.org/officeDocument/2006/relationships/image" Target="../media/image64.png"/><Relationship Id="rId79" Type="http://schemas.openxmlformats.org/officeDocument/2006/relationships/image" Target="../media/image85.png"/><Relationship Id="rId102" Type="http://schemas.openxmlformats.org/officeDocument/2006/relationships/image" Target="../media/image108.png"/><Relationship Id="rId123" Type="http://schemas.openxmlformats.org/officeDocument/2006/relationships/image" Target="../media/image129.png"/><Relationship Id="rId144" Type="http://schemas.openxmlformats.org/officeDocument/2006/relationships/image" Target="../media/image150.png"/><Relationship Id="rId90" Type="http://schemas.openxmlformats.org/officeDocument/2006/relationships/image" Target="../media/image96.png"/><Relationship Id="rId165" Type="http://schemas.openxmlformats.org/officeDocument/2006/relationships/image" Target="../media/image171.png"/><Relationship Id="rId186" Type="http://schemas.openxmlformats.org/officeDocument/2006/relationships/image" Target="../media/image192.png"/><Relationship Id="rId211" Type="http://schemas.openxmlformats.org/officeDocument/2006/relationships/image" Target="../media/image217.png"/><Relationship Id="rId27" Type="http://schemas.openxmlformats.org/officeDocument/2006/relationships/image" Target="../media/image33.png"/><Relationship Id="rId48" Type="http://schemas.openxmlformats.org/officeDocument/2006/relationships/image" Target="../media/image54.png"/><Relationship Id="rId69" Type="http://schemas.openxmlformats.org/officeDocument/2006/relationships/image" Target="../media/image75.png"/><Relationship Id="rId113" Type="http://schemas.openxmlformats.org/officeDocument/2006/relationships/image" Target="../media/image119.png"/><Relationship Id="rId134" Type="http://schemas.openxmlformats.org/officeDocument/2006/relationships/image" Target="../media/image140.png"/><Relationship Id="rId80" Type="http://schemas.openxmlformats.org/officeDocument/2006/relationships/image" Target="../media/image86.png"/><Relationship Id="rId155" Type="http://schemas.openxmlformats.org/officeDocument/2006/relationships/image" Target="../media/image161.png"/><Relationship Id="rId176" Type="http://schemas.openxmlformats.org/officeDocument/2006/relationships/image" Target="../media/image182.png"/><Relationship Id="rId197" Type="http://schemas.openxmlformats.org/officeDocument/2006/relationships/image" Target="../media/image203.png"/><Relationship Id="rId201" Type="http://schemas.openxmlformats.org/officeDocument/2006/relationships/image" Target="../media/image207.png"/><Relationship Id="rId222" Type="http://schemas.openxmlformats.org/officeDocument/2006/relationships/image" Target="../media/image228.png"/><Relationship Id="rId17" Type="http://schemas.openxmlformats.org/officeDocument/2006/relationships/image" Target="../media/image23.png"/><Relationship Id="rId38" Type="http://schemas.openxmlformats.org/officeDocument/2006/relationships/image" Target="../media/image44.png"/><Relationship Id="rId59" Type="http://schemas.openxmlformats.org/officeDocument/2006/relationships/image" Target="../media/image65.png"/><Relationship Id="rId103" Type="http://schemas.openxmlformats.org/officeDocument/2006/relationships/image" Target="../media/image109.png"/><Relationship Id="rId124" Type="http://schemas.openxmlformats.org/officeDocument/2006/relationships/image" Target="../media/image130.png"/><Relationship Id="rId70" Type="http://schemas.openxmlformats.org/officeDocument/2006/relationships/image" Target="../media/image76.png"/><Relationship Id="rId91" Type="http://schemas.openxmlformats.org/officeDocument/2006/relationships/image" Target="../media/image97.png"/><Relationship Id="rId145" Type="http://schemas.openxmlformats.org/officeDocument/2006/relationships/image" Target="../media/image151.png"/><Relationship Id="rId166" Type="http://schemas.openxmlformats.org/officeDocument/2006/relationships/image" Target="../media/image172.png"/><Relationship Id="rId187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18.png"/><Relationship Id="rId28" Type="http://schemas.openxmlformats.org/officeDocument/2006/relationships/image" Target="../media/image34.png"/><Relationship Id="rId49" Type="http://schemas.openxmlformats.org/officeDocument/2006/relationships/image" Target="../media/image55.png"/><Relationship Id="rId114" Type="http://schemas.openxmlformats.org/officeDocument/2006/relationships/image" Target="../media/image120.png"/><Relationship Id="rId60" Type="http://schemas.openxmlformats.org/officeDocument/2006/relationships/image" Target="../media/image66.png"/><Relationship Id="rId81" Type="http://schemas.openxmlformats.org/officeDocument/2006/relationships/image" Target="../media/image87.png"/><Relationship Id="rId135" Type="http://schemas.openxmlformats.org/officeDocument/2006/relationships/image" Target="../media/image141.png"/><Relationship Id="rId156" Type="http://schemas.openxmlformats.org/officeDocument/2006/relationships/image" Target="../media/image162.png"/><Relationship Id="rId177" Type="http://schemas.openxmlformats.org/officeDocument/2006/relationships/image" Target="../media/image183.png"/><Relationship Id="rId198" Type="http://schemas.openxmlformats.org/officeDocument/2006/relationships/image" Target="../media/image204.png"/><Relationship Id="rId202" Type="http://schemas.openxmlformats.org/officeDocument/2006/relationships/image" Target="../media/image208.png"/><Relationship Id="rId223" Type="http://schemas.openxmlformats.org/officeDocument/2006/relationships/image" Target="../media/image229.png"/><Relationship Id="rId18" Type="http://schemas.openxmlformats.org/officeDocument/2006/relationships/image" Target="../media/image24.png"/><Relationship Id="rId39" Type="http://schemas.openxmlformats.org/officeDocument/2006/relationships/image" Target="../media/image45.png"/><Relationship Id="rId50" Type="http://schemas.openxmlformats.org/officeDocument/2006/relationships/image" Target="../media/image56.png"/><Relationship Id="rId104" Type="http://schemas.openxmlformats.org/officeDocument/2006/relationships/image" Target="../media/image110.png"/><Relationship Id="rId125" Type="http://schemas.openxmlformats.org/officeDocument/2006/relationships/image" Target="../media/image131.png"/><Relationship Id="rId146" Type="http://schemas.openxmlformats.org/officeDocument/2006/relationships/image" Target="../media/image152.png"/><Relationship Id="rId167" Type="http://schemas.openxmlformats.org/officeDocument/2006/relationships/image" Target="../media/image173.png"/><Relationship Id="rId188" Type="http://schemas.openxmlformats.org/officeDocument/2006/relationships/image" Target="../media/image194.png"/><Relationship Id="rId71" Type="http://schemas.openxmlformats.org/officeDocument/2006/relationships/image" Target="../media/image77.png"/><Relationship Id="rId92" Type="http://schemas.openxmlformats.org/officeDocument/2006/relationships/image" Target="../media/image98.png"/><Relationship Id="rId213" Type="http://schemas.openxmlformats.org/officeDocument/2006/relationships/image" Target="../media/image219.png"/><Relationship Id="rId2" Type="http://schemas.openxmlformats.org/officeDocument/2006/relationships/image" Target="../media/image8.png"/><Relationship Id="rId29" Type="http://schemas.openxmlformats.org/officeDocument/2006/relationships/image" Target="../media/image35.png"/><Relationship Id="rId40" Type="http://schemas.openxmlformats.org/officeDocument/2006/relationships/image" Target="../media/image46.png"/><Relationship Id="rId115" Type="http://schemas.openxmlformats.org/officeDocument/2006/relationships/image" Target="../media/image121.png"/><Relationship Id="rId136" Type="http://schemas.openxmlformats.org/officeDocument/2006/relationships/image" Target="../media/image142.png"/><Relationship Id="rId157" Type="http://schemas.openxmlformats.org/officeDocument/2006/relationships/image" Target="../media/image163.png"/><Relationship Id="rId178" Type="http://schemas.openxmlformats.org/officeDocument/2006/relationships/image" Target="../media/image184.png"/><Relationship Id="rId61" Type="http://schemas.openxmlformats.org/officeDocument/2006/relationships/image" Target="../media/image67.png"/><Relationship Id="rId82" Type="http://schemas.openxmlformats.org/officeDocument/2006/relationships/image" Target="../media/image88.png"/><Relationship Id="rId199" Type="http://schemas.openxmlformats.org/officeDocument/2006/relationships/image" Target="../media/image205.png"/><Relationship Id="rId203" Type="http://schemas.openxmlformats.org/officeDocument/2006/relationships/image" Target="../media/image209.png"/><Relationship Id="rId19" Type="http://schemas.openxmlformats.org/officeDocument/2006/relationships/image" Target="../media/image25.png"/><Relationship Id="rId224" Type="http://schemas.openxmlformats.org/officeDocument/2006/relationships/image" Target="../media/image230.png"/><Relationship Id="rId30" Type="http://schemas.openxmlformats.org/officeDocument/2006/relationships/image" Target="../media/image36.png"/><Relationship Id="rId105" Type="http://schemas.openxmlformats.org/officeDocument/2006/relationships/image" Target="../media/image111.png"/><Relationship Id="rId126" Type="http://schemas.openxmlformats.org/officeDocument/2006/relationships/image" Target="../media/image132.png"/><Relationship Id="rId147" Type="http://schemas.openxmlformats.org/officeDocument/2006/relationships/image" Target="../media/image153.png"/><Relationship Id="rId168" Type="http://schemas.openxmlformats.org/officeDocument/2006/relationships/image" Target="../media/image174.png"/><Relationship Id="rId51" Type="http://schemas.openxmlformats.org/officeDocument/2006/relationships/image" Target="../media/image57.png"/><Relationship Id="rId72" Type="http://schemas.openxmlformats.org/officeDocument/2006/relationships/image" Target="../media/image78.png"/><Relationship Id="rId93" Type="http://schemas.openxmlformats.org/officeDocument/2006/relationships/image" Target="../media/image99.png"/><Relationship Id="rId189" Type="http://schemas.openxmlformats.org/officeDocument/2006/relationships/image" Target="../media/image195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7.png"/><Relationship Id="rId21" Type="http://schemas.openxmlformats.org/officeDocument/2006/relationships/image" Target="../media/image252.png"/><Relationship Id="rId34" Type="http://schemas.openxmlformats.org/officeDocument/2006/relationships/image" Target="../media/image265.png"/><Relationship Id="rId42" Type="http://schemas.openxmlformats.org/officeDocument/2006/relationships/image" Target="../media/image273.png"/><Relationship Id="rId47" Type="http://schemas.openxmlformats.org/officeDocument/2006/relationships/image" Target="../media/image278.png"/><Relationship Id="rId50" Type="http://schemas.openxmlformats.org/officeDocument/2006/relationships/image" Target="../media/image281.png"/><Relationship Id="rId55" Type="http://schemas.openxmlformats.org/officeDocument/2006/relationships/image" Target="../media/image286.png"/><Relationship Id="rId63" Type="http://schemas.openxmlformats.org/officeDocument/2006/relationships/image" Target="../media/image294.png"/><Relationship Id="rId68" Type="http://schemas.openxmlformats.org/officeDocument/2006/relationships/image" Target="../media/image299.png"/><Relationship Id="rId7" Type="http://schemas.openxmlformats.org/officeDocument/2006/relationships/image" Target="../media/image238.png"/><Relationship Id="rId2" Type="http://schemas.openxmlformats.org/officeDocument/2006/relationships/image" Target="../media/image233.png"/><Relationship Id="rId16" Type="http://schemas.openxmlformats.org/officeDocument/2006/relationships/image" Target="../media/image247.png"/><Relationship Id="rId29" Type="http://schemas.openxmlformats.org/officeDocument/2006/relationships/image" Target="../media/image260.png"/><Relationship Id="rId11" Type="http://schemas.openxmlformats.org/officeDocument/2006/relationships/image" Target="../media/image242.png"/><Relationship Id="rId24" Type="http://schemas.openxmlformats.org/officeDocument/2006/relationships/image" Target="../media/image255.png"/><Relationship Id="rId32" Type="http://schemas.openxmlformats.org/officeDocument/2006/relationships/image" Target="../media/image263.png"/><Relationship Id="rId37" Type="http://schemas.openxmlformats.org/officeDocument/2006/relationships/image" Target="../media/image268.png"/><Relationship Id="rId40" Type="http://schemas.openxmlformats.org/officeDocument/2006/relationships/image" Target="../media/image271.png"/><Relationship Id="rId45" Type="http://schemas.openxmlformats.org/officeDocument/2006/relationships/image" Target="../media/image276.png"/><Relationship Id="rId53" Type="http://schemas.openxmlformats.org/officeDocument/2006/relationships/image" Target="../media/image284.png"/><Relationship Id="rId58" Type="http://schemas.openxmlformats.org/officeDocument/2006/relationships/image" Target="../media/image289.png"/><Relationship Id="rId66" Type="http://schemas.openxmlformats.org/officeDocument/2006/relationships/image" Target="../media/image297.png"/><Relationship Id="rId5" Type="http://schemas.openxmlformats.org/officeDocument/2006/relationships/image" Target="../media/image236.png"/><Relationship Id="rId61" Type="http://schemas.openxmlformats.org/officeDocument/2006/relationships/image" Target="../media/image292.png"/><Relationship Id="rId19" Type="http://schemas.openxmlformats.org/officeDocument/2006/relationships/image" Target="../media/image250.png"/><Relationship Id="rId14" Type="http://schemas.openxmlformats.org/officeDocument/2006/relationships/image" Target="../media/image245.png"/><Relationship Id="rId22" Type="http://schemas.openxmlformats.org/officeDocument/2006/relationships/image" Target="../media/image253.png"/><Relationship Id="rId27" Type="http://schemas.openxmlformats.org/officeDocument/2006/relationships/image" Target="../media/image258.png"/><Relationship Id="rId30" Type="http://schemas.openxmlformats.org/officeDocument/2006/relationships/image" Target="../media/image261.png"/><Relationship Id="rId35" Type="http://schemas.openxmlformats.org/officeDocument/2006/relationships/image" Target="../media/image266.png"/><Relationship Id="rId43" Type="http://schemas.openxmlformats.org/officeDocument/2006/relationships/image" Target="../media/image274.png"/><Relationship Id="rId48" Type="http://schemas.openxmlformats.org/officeDocument/2006/relationships/image" Target="../media/image279.png"/><Relationship Id="rId56" Type="http://schemas.openxmlformats.org/officeDocument/2006/relationships/image" Target="../media/image287.png"/><Relationship Id="rId64" Type="http://schemas.openxmlformats.org/officeDocument/2006/relationships/image" Target="../media/image295.png"/><Relationship Id="rId8" Type="http://schemas.openxmlformats.org/officeDocument/2006/relationships/image" Target="../media/image239.png"/><Relationship Id="rId51" Type="http://schemas.openxmlformats.org/officeDocument/2006/relationships/image" Target="../media/image282.png"/><Relationship Id="rId3" Type="http://schemas.openxmlformats.org/officeDocument/2006/relationships/image" Target="../media/image234.png"/><Relationship Id="rId12" Type="http://schemas.openxmlformats.org/officeDocument/2006/relationships/image" Target="../media/image243.png"/><Relationship Id="rId17" Type="http://schemas.openxmlformats.org/officeDocument/2006/relationships/image" Target="../media/image248.png"/><Relationship Id="rId25" Type="http://schemas.openxmlformats.org/officeDocument/2006/relationships/image" Target="../media/image256.png"/><Relationship Id="rId33" Type="http://schemas.openxmlformats.org/officeDocument/2006/relationships/image" Target="../media/image264.png"/><Relationship Id="rId38" Type="http://schemas.openxmlformats.org/officeDocument/2006/relationships/image" Target="../media/image269.png"/><Relationship Id="rId46" Type="http://schemas.openxmlformats.org/officeDocument/2006/relationships/image" Target="../media/image277.png"/><Relationship Id="rId59" Type="http://schemas.openxmlformats.org/officeDocument/2006/relationships/image" Target="../media/image290.png"/><Relationship Id="rId67" Type="http://schemas.openxmlformats.org/officeDocument/2006/relationships/image" Target="../media/image298.png"/><Relationship Id="rId20" Type="http://schemas.openxmlformats.org/officeDocument/2006/relationships/image" Target="../media/image251.png"/><Relationship Id="rId41" Type="http://schemas.openxmlformats.org/officeDocument/2006/relationships/image" Target="../media/image272.png"/><Relationship Id="rId54" Type="http://schemas.openxmlformats.org/officeDocument/2006/relationships/image" Target="../media/image285.png"/><Relationship Id="rId62" Type="http://schemas.openxmlformats.org/officeDocument/2006/relationships/image" Target="../media/image2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15" Type="http://schemas.openxmlformats.org/officeDocument/2006/relationships/image" Target="../media/image246.png"/><Relationship Id="rId23" Type="http://schemas.openxmlformats.org/officeDocument/2006/relationships/image" Target="../media/image254.png"/><Relationship Id="rId28" Type="http://schemas.openxmlformats.org/officeDocument/2006/relationships/image" Target="../media/image259.png"/><Relationship Id="rId36" Type="http://schemas.openxmlformats.org/officeDocument/2006/relationships/image" Target="../media/image267.png"/><Relationship Id="rId49" Type="http://schemas.openxmlformats.org/officeDocument/2006/relationships/image" Target="../media/image280.png"/><Relationship Id="rId57" Type="http://schemas.openxmlformats.org/officeDocument/2006/relationships/image" Target="../media/image288.png"/><Relationship Id="rId10" Type="http://schemas.openxmlformats.org/officeDocument/2006/relationships/image" Target="../media/image241.png"/><Relationship Id="rId31" Type="http://schemas.openxmlformats.org/officeDocument/2006/relationships/image" Target="../media/image262.png"/><Relationship Id="rId44" Type="http://schemas.openxmlformats.org/officeDocument/2006/relationships/image" Target="../media/image275.png"/><Relationship Id="rId52" Type="http://schemas.openxmlformats.org/officeDocument/2006/relationships/image" Target="../media/image283.png"/><Relationship Id="rId60" Type="http://schemas.openxmlformats.org/officeDocument/2006/relationships/image" Target="../media/image291.png"/><Relationship Id="rId65" Type="http://schemas.openxmlformats.org/officeDocument/2006/relationships/image" Target="../media/image296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Relationship Id="rId13" Type="http://schemas.openxmlformats.org/officeDocument/2006/relationships/image" Target="../media/image244.png"/><Relationship Id="rId18" Type="http://schemas.openxmlformats.org/officeDocument/2006/relationships/image" Target="../media/image249.png"/><Relationship Id="rId39" Type="http://schemas.openxmlformats.org/officeDocument/2006/relationships/image" Target="../media/image27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image" Target="../media/image30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13" Type="http://schemas.openxmlformats.org/officeDocument/2006/relationships/image" Target="../media/image314.png"/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12" Type="http://schemas.openxmlformats.org/officeDocument/2006/relationships/image" Target="../media/image313.png"/><Relationship Id="rId17" Type="http://schemas.openxmlformats.org/officeDocument/2006/relationships/image" Target="../media/image318.png"/><Relationship Id="rId2" Type="http://schemas.openxmlformats.org/officeDocument/2006/relationships/image" Target="../media/image303.png"/><Relationship Id="rId16" Type="http://schemas.openxmlformats.org/officeDocument/2006/relationships/image" Target="../media/image3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7.png"/><Relationship Id="rId11" Type="http://schemas.openxmlformats.org/officeDocument/2006/relationships/image" Target="../media/image312.png"/><Relationship Id="rId5" Type="http://schemas.openxmlformats.org/officeDocument/2006/relationships/image" Target="../media/image306.png"/><Relationship Id="rId15" Type="http://schemas.openxmlformats.org/officeDocument/2006/relationships/image" Target="../media/image316.png"/><Relationship Id="rId10" Type="http://schemas.openxmlformats.org/officeDocument/2006/relationships/image" Target="../media/image311.png"/><Relationship Id="rId4" Type="http://schemas.openxmlformats.org/officeDocument/2006/relationships/image" Target="../media/image305.png"/><Relationship Id="rId9" Type="http://schemas.openxmlformats.org/officeDocument/2006/relationships/image" Target="../media/image310.png"/><Relationship Id="rId14" Type="http://schemas.openxmlformats.org/officeDocument/2006/relationships/image" Target="../media/image3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jpg"/><Relationship Id="rId18" Type="http://schemas.openxmlformats.org/officeDocument/2006/relationships/image" Target="../media/image335.png"/><Relationship Id="rId26" Type="http://schemas.openxmlformats.org/officeDocument/2006/relationships/image" Target="../media/image343.png"/><Relationship Id="rId39" Type="http://schemas.openxmlformats.org/officeDocument/2006/relationships/image" Target="../media/image356.png"/><Relationship Id="rId21" Type="http://schemas.openxmlformats.org/officeDocument/2006/relationships/image" Target="../media/image338.png"/><Relationship Id="rId34" Type="http://schemas.openxmlformats.org/officeDocument/2006/relationships/image" Target="../media/image351.png"/><Relationship Id="rId42" Type="http://schemas.openxmlformats.org/officeDocument/2006/relationships/image" Target="../media/image359.png"/><Relationship Id="rId47" Type="http://schemas.openxmlformats.org/officeDocument/2006/relationships/image" Target="../media/image364.png"/><Relationship Id="rId50" Type="http://schemas.openxmlformats.org/officeDocument/2006/relationships/image" Target="../media/image367.png"/><Relationship Id="rId7" Type="http://schemas.openxmlformats.org/officeDocument/2006/relationships/image" Target="../media/image324.jpg"/><Relationship Id="rId2" Type="http://schemas.openxmlformats.org/officeDocument/2006/relationships/image" Target="../media/image319.jpg"/><Relationship Id="rId16" Type="http://schemas.openxmlformats.org/officeDocument/2006/relationships/image" Target="../media/image333.png"/><Relationship Id="rId29" Type="http://schemas.openxmlformats.org/officeDocument/2006/relationships/image" Target="../media/image346.png"/><Relationship Id="rId11" Type="http://schemas.openxmlformats.org/officeDocument/2006/relationships/image" Target="../media/image328.jpg"/><Relationship Id="rId24" Type="http://schemas.openxmlformats.org/officeDocument/2006/relationships/image" Target="../media/image341.png"/><Relationship Id="rId32" Type="http://schemas.openxmlformats.org/officeDocument/2006/relationships/image" Target="../media/image349.png"/><Relationship Id="rId37" Type="http://schemas.openxmlformats.org/officeDocument/2006/relationships/image" Target="../media/image354.png"/><Relationship Id="rId40" Type="http://schemas.openxmlformats.org/officeDocument/2006/relationships/image" Target="../media/image357.jpg"/><Relationship Id="rId45" Type="http://schemas.openxmlformats.org/officeDocument/2006/relationships/image" Target="../media/image362.png"/><Relationship Id="rId5" Type="http://schemas.openxmlformats.org/officeDocument/2006/relationships/image" Target="../media/image322.png"/><Relationship Id="rId15" Type="http://schemas.openxmlformats.org/officeDocument/2006/relationships/image" Target="../media/image332.jpg"/><Relationship Id="rId23" Type="http://schemas.openxmlformats.org/officeDocument/2006/relationships/image" Target="../media/image340.png"/><Relationship Id="rId28" Type="http://schemas.openxmlformats.org/officeDocument/2006/relationships/image" Target="../media/image345.png"/><Relationship Id="rId36" Type="http://schemas.openxmlformats.org/officeDocument/2006/relationships/image" Target="../media/image353.png"/><Relationship Id="rId49" Type="http://schemas.openxmlformats.org/officeDocument/2006/relationships/image" Target="../media/image366.png"/><Relationship Id="rId10" Type="http://schemas.openxmlformats.org/officeDocument/2006/relationships/image" Target="../media/image327.jpg"/><Relationship Id="rId19" Type="http://schemas.openxmlformats.org/officeDocument/2006/relationships/image" Target="../media/image336.jpg"/><Relationship Id="rId31" Type="http://schemas.openxmlformats.org/officeDocument/2006/relationships/image" Target="../media/image348.png"/><Relationship Id="rId44" Type="http://schemas.openxmlformats.org/officeDocument/2006/relationships/image" Target="../media/image361.png"/><Relationship Id="rId52" Type="http://schemas.openxmlformats.org/officeDocument/2006/relationships/image" Target="../media/image369.png"/><Relationship Id="rId4" Type="http://schemas.openxmlformats.org/officeDocument/2006/relationships/image" Target="../media/image321.jpg"/><Relationship Id="rId9" Type="http://schemas.openxmlformats.org/officeDocument/2006/relationships/image" Target="../media/image326.png"/><Relationship Id="rId14" Type="http://schemas.openxmlformats.org/officeDocument/2006/relationships/image" Target="../media/image331.png"/><Relationship Id="rId22" Type="http://schemas.openxmlformats.org/officeDocument/2006/relationships/image" Target="../media/image339.png"/><Relationship Id="rId27" Type="http://schemas.openxmlformats.org/officeDocument/2006/relationships/image" Target="../media/image344.png"/><Relationship Id="rId30" Type="http://schemas.openxmlformats.org/officeDocument/2006/relationships/image" Target="../media/image347.png"/><Relationship Id="rId35" Type="http://schemas.openxmlformats.org/officeDocument/2006/relationships/image" Target="../media/image352.png"/><Relationship Id="rId43" Type="http://schemas.openxmlformats.org/officeDocument/2006/relationships/image" Target="../media/image360.png"/><Relationship Id="rId48" Type="http://schemas.openxmlformats.org/officeDocument/2006/relationships/image" Target="../media/image365.png"/><Relationship Id="rId8" Type="http://schemas.openxmlformats.org/officeDocument/2006/relationships/image" Target="../media/image325.png"/><Relationship Id="rId51" Type="http://schemas.openxmlformats.org/officeDocument/2006/relationships/image" Target="../media/image368.png"/><Relationship Id="rId3" Type="http://schemas.openxmlformats.org/officeDocument/2006/relationships/image" Target="../media/image320.png"/><Relationship Id="rId12" Type="http://schemas.openxmlformats.org/officeDocument/2006/relationships/image" Target="../media/image329.png"/><Relationship Id="rId17" Type="http://schemas.openxmlformats.org/officeDocument/2006/relationships/image" Target="../media/image334.png"/><Relationship Id="rId25" Type="http://schemas.openxmlformats.org/officeDocument/2006/relationships/image" Target="../media/image342.png"/><Relationship Id="rId33" Type="http://schemas.openxmlformats.org/officeDocument/2006/relationships/image" Target="../media/image350.png"/><Relationship Id="rId38" Type="http://schemas.openxmlformats.org/officeDocument/2006/relationships/image" Target="../media/image355.png"/><Relationship Id="rId46" Type="http://schemas.openxmlformats.org/officeDocument/2006/relationships/image" Target="../media/image363.png"/><Relationship Id="rId20" Type="http://schemas.openxmlformats.org/officeDocument/2006/relationships/image" Target="../media/image337.png"/><Relationship Id="rId41" Type="http://schemas.openxmlformats.org/officeDocument/2006/relationships/image" Target="../media/image35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7.jpg"/><Relationship Id="rId21" Type="http://schemas.openxmlformats.org/officeDocument/2006/relationships/image" Target="../media/image392.png"/><Relationship Id="rId42" Type="http://schemas.openxmlformats.org/officeDocument/2006/relationships/image" Target="../media/image413.png"/><Relationship Id="rId47" Type="http://schemas.openxmlformats.org/officeDocument/2006/relationships/image" Target="../media/image418.png"/><Relationship Id="rId63" Type="http://schemas.openxmlformats.org/officeDocument/2006/relationships/image" Target="../media/image434.png"/><Relationship Id="rId68" Type="http://schemas.openxmlformats.org/officeDocument/2006/relationships/image" Target="../media/image439.png"/><Relationship Id="rId84" Type="http://schemas.openxmlformats.org/officeDocument/2006/relationships/image" Target="../media/image455.png"/><Relationship Id="rId89" Type="http://schemas.openxmlformats.org/officeDocument/2006/relationships/image" Target="../media/image460.png"/><Relationship Id="rId16" Type="http://schemas.openxmlformats.org/officeDocument/2006/relationships/image" Target="../media/image387.jpg"/><Relationship Id="rId11" Type="http://schemas.openxmlformats.org/officeDocument/2006/relationships/image" Target="../media/image382.png"/><Relationship Id="rId32" Type="http://schemas.openxmlformats.org/officeDocument/2006/relationships/image" Target="../media/image403.png"/><Relationship Id="rId37" Type="http://schemas.openxmlformats.org/officeDocument/2006/relationships/image" Target="../media/image408.png"/><Relationship Id="rId53" Type="http://schemas.openxmlformats.org/officeDocument/2006/relationships/image" Target="../media/image424.png"/><Relationship Id="rId58" Type="http://schemas.openxmlformats.org/officeDocument/2006/relationships/image" Target="../media/image429.png"/><Relationship Id="rId74" Type="http://schemas.openxmlformats.org/officeDocument/2006/relationships/image" Target="../media/image445.png"/><Relationship Id="rId79" Type="http://schemas.openxmlformats.org/officeDocument/2006/relationships/image" Target="../media/image450.png"/><Relationship Id="rId102" Type="http://schemas.openxmlformats.org/officeDocument/2006/relationships/image" Target="../media/image473.jpg"/><Relationship Id="rId5" Type="http://schemas.openxmlformats.org/officeDocument/2006/relationships/image" Target="../media/image376.png"/><Relationship Id="rId90" Type="http://schemas.openxmlformats.org/officeDocument/2006/relationships/image" Target="../media/image461.png"/><Relationship Id="rId95" Type="http://schemas.openxmlformats.org/officeDocument/2006/relationships/image" Target="../media/image466.png"/><Relationship Id="rId22" Type="http://schemas.openxmlformats.org/officeDocument/2006/relationships/image" Target="../media/image393.jpg"/><Relationship Id="rId27" Type="http://schemas.openxmlformats.org/officeDocument/2006/relationships/image" Target="../media/image398.jpg"/><Relationship Id="rId43" Type="http://schemas.openxmlformats.org/officeDocument/2006/relationships/image" Target="../media/image414.png"/><Relationship Id="rId48" Type="http://schemas.openxmlformats.org/officeDocument/2006/relationships/image" Target="../media/image419.png"/><Relationship Id="rId64" Type="http://schemas.openxmlformats.org/officeDocument/2006/relationships/image" Target="../media/image435.png"/><Relationship Id="rId69" Type="http://schemas.openxmlformats.org/officeDocument/2006/relationships/image" Target="../media/image440.png"/><Relationship Id="rId80" Type="http://schemas.openxmlformats.org/officeDocument/2006/relationships/image" Target="../media/image451.png"/><Relationship Id="rId85" Type="http://schemas.openxmlformats.org/officeDocument/2006/relationships/image" Target="../media/image456.png"/><Relationship Id="rId12" Type="http://schemas.openxmlformats.org/officeDocument/2006/relationships/image" Target="../media/image383.png"/><Relationship Id="rId17" Type="http://schemas.openxmlformats.org/officeDocument/2006/relationships/image" Target="../media/image388.jpg"/><Relationship Id="rId25" Type="http://schemas.openxmlformats.org/officeDocument/2006/relationships/image" Target="../media/image396.jpg"/><Relationship Id="rId33" Type="http://schemas.openxmlformats.org/officeDocument/2006/relationships/image" Target="../media/image404.png"/><Relationship Id="rId38" Type="http://schemas.openxmlformats.org/officeDocument/2006/relationships/image" Target="../media/image409.png"/><Relationship Id="rId46" Type="http://schemas.openxmlformats.org/officeDocument/2006/relationships/image" Target="../media/image417.png"/><Relationship Id="rId59" Type="http://schemas.openxmlformats.org/officeDocument/2006/relationships/image" Target="../media/image430.png"/><Relationship Id="rId67" Type="http://schemas.openxmlformats.org/officeDocument/2006/relationships/image" Target="../media/image438.png"/><Relationship Id="rId20" Type="http://schemas.openxmlformats.org/officeDocument/2006/relationships/image" Target="../media/image391.png"/><Relationship Id="rId41" Type="http://schemas.openxmlformats.org/officeDocument/2006/relationships/image" Target="../media/image412.png"/><Relationship Id="rId54" Type="http://schemas.openxmlformats.org/officeDocument/2006/relationships/image" Target="../media/image425.png"/><Relationship Id="rId62" Type="http://schemas.openxmlformats.org/officeDocument/2006/relationships/image" Target="../media/image433.png"/><Relationship Id="rId70" Type="http://schemas.openxmlformats.org/officeDocument/2006/relationships/image" Target="../media/image441.png"/><Relationship Id="rId75" Type="http://schemas.openxmlformats.org/officeDocument/2006/relationships/image" Target="../media/image446.png"/><Relationship Id="rId83" Type="http://schemas.openxmlformats.org/officeDocument/2006/relationships/image" Target="../media/image454.png"/><Relationship Id="rId88" Type="http://schemas.openxmlformats.org/officeDocument/2006/relationships/image" Target="../media/image459.png"/><Relationship Id="rId91" Type="http://schemas.openxmlformats.org/officeDocument/2006/relationships/image" Target="../media/image462.png"/><Relationship Id="rId96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15" Type="http://schemas.openxmlformats.org/officeDocument/2006/relationships/image" Target="../media/image386.jpg"/><Relationship Id="rId23" Type="http://schemas.openxmlformats.org/officeDocument/2006/relationships/image" Target="../media/image394.png"/><Relationship Id="rId28" Type="http://schemas.openxmlformats.org/officeDocument/2006/relationships/image" Target="../media/image399.png"/><Relationship Id="rId36" Type="http://schemas.openxmlformats.org/officeDocument/2006/relationships/image" Target="../media/image407.png"/><Relationship Id="rId49" Type="http://schemas.openxmlformats.org/officeDocument/2006/relationships/image" Target="../media/image420.png"/><Relationship Id="rId57" Type="http://schemas.openxmlformats.org/officeDocument/2006/relationships/image" Target="../media/image428.png"/><Relationship Id="rId10" Type="http://schemas.openxmlformats.org/officeDocument/2006/relationships/image" Target="../media/image381.png"/><Relationship Id="rId31" Type="http://schemas.openxmlformats.org/officeDocument/2006/relationships/image" Target="../media/image402.png"/><Relationship Id="rId44" Type="http://schemas.openxmlformats.org/officeDocument/2006/relationships/image" Target="../media/image415.png"/><Relationship Id="rId52" Type="http://schemas.openxmlformats.org/officeDocument/2006/relationships/image" Target="../media/image423.png"/><Relationship Id="rId60" Type="http://schemas.openxmlformats.org/officeDocument/2006/relationships/image" Target="../media/image431.png"/><Relationship Id="rId65" Type="http://schemas.openxmlformats.org/officeDocument/2006/relationships/image" Target="../media/image436.png"/><Relationship Id="rId73" Type="http://schemas.openxmlformats.org/officeDocument/2006/relationships/image" Target="../media/image444.png"/><Relationship Id="rId78" Type="http://schemas.openxmlformats.org/officeDocument/2006/relationships/image" Target="../media/image449.png"/><Relationship Id="rId81" Type="http://schemas.openxmlformats.org/officeDocument/2006/relationships/image" Target="../media/image452.png"/><Relationship Id="rId86" Type="http://schemas.openxmlformats.org/officeDocument/2006/relationships/image" Target="../media/image457.png"/><Relationship Id="rId94" Type="http://schemas.openxmlformats.org/officeDocument/2006/relationships/image" Target="../media/image465.png"/><Relationship Id="rId99" Type="http://schemas.openxmlformats.org/officeDocument/2006/relationships/image" Target="../media/image470.png"/><Relationship Id="rId101" Type="http://schemas.openxmlformats.org/officeDocument/2006/relationships/image" Target="../media/image472.jpg"/><Relationship Id="rId4" Type="http://schemas.openxmlformats.org/officeDocument/2006/relationships/image" Target="../media/image375.png"/><Relationship Id="rId9" Type="http://schemas.openxmlformats.org/officeDocument/2006/relationships/image" Target="../media/image380.png"/><Relationship Id="rId13" Type="http://schemas.openxmlformats.org/officeDocument/2006/relationships/image" Target="../media/image384.png"/><Relationship Id="rId18" Type="http://schemas.openxmlformats.org/officeDocument/2006/relationships/image" Target="../media/image389.png"/><Relationship Id="rId39" Type="http://schemas.openxmlformats.org/officeDocument/2006/relationships/image" Target="../media/image410.png"/><Relationship Id="rId34" Type="http://schemas.openxmlformats.org/officeDocument/2006/relationships/image" Target="../media/image405.png"/><Relationship Id="rId50" Type="http://schemas.openxmlformats.org/officeDocument/2006/relationships/image" Target="../media/image421.png"/><Relationship Id="rId55" Type="http://schemas.openxmlformats.org/officeDocument/2006/relationships/image" Target="../media/image426.png"/><Relationship Id="rId76" Type="http://schemas.openxmlformats.org/officeDocument/2006/relationships/image" Target="../media/image447.png"/><Relationship Id="rId97" Type="http://schemas.openxmlformats.org/officeDocument/2006/relationships/image" Target="../media/image468.png"/><Relationship Id="rId7" Type="http://schemas.openxmlformats.org/officeDocument/2006/relationships/image" Target="../media/image378.png"/><Relationship Id="rId71" Type="http://schemas.openxmlformats.org/officeDocument/2006/relationships/image" Target="../media/image442.png"/><Relationship Id="rId92" Type="http://schemas.openxmlformats.org/officeDocument/2006/relationships/image" Target="../media/image463.png"/><Relationship Id="rId2" Type="http://schemas.openxmlformats.org/officeDocument/2006/relationships/image" Target="../media/image373.png"/><Relationship Id="rId29" Type="http://schemas.openxmlformats.org/officeDocument/2006/relationships/image" Target="../media/image400.png"/><Relationship Id="rId24" Type="http://schemas.openxmlformats.org/officeDocument/2006/relationships/image" Target="../media/image395.jpg"/><Relationship Id="rId40" Type="http://schemas.openxmlformats.org/officeDocument/2006/relationships/image" Target="../media/image411.png"/><Relationship Id="rId45" Type="http://schemas.openxmlformats.org/officeDocument/2006/relationships/image" Target="../media/image416.png"/><Relationship Id="rId66" Type="http://schemas.openxmlformats.org/officeDocument/2006/relationships/image" Target="../media/image437.png"/><Relationship Id="rId87" Type="http://schemas.openxmlformats.org/officeDocument/2006/relationships/image" Target="../media/image458.png"/><Relationship Id="rId61" Type="http://schemas.openxmlformats.org/officeDocument/2006/relationships/image" Target="../media/image432.png"/><Relationship Id="rId82" Type="http://schemas.openxmlformats.org/officeDocument/2006/relationships/image" Target="../media/image453.png"/><Relationship Id="rId19" Type="http://schemas.openxmlformats.org/officeDocument/2006/relationships/image" Target="../media/image390.jpg"/><Relationship Id="rId14" Type="http://schemas.openxmlformats.org/officeDocument/2006/relationships/image" Target="../media/image385.png"/><Relationship Id="rId30" Type="http://schemas.openxmlformats.org/officeDocument/2006/relationships/image" Target="../media/image401.png"/><Relationship Id="rId35" Type="http://schemas.openxmlformats.org/officeDocument/2006/relationships/image" Target="../media/image406.png"/><Relationship Id="rId56" Type="http://schemas.openxmlformats.org/officeDocument/2006/relationships/image" Target="../media/image427.png"/><Relationship Id="rId77" Type="http://schemas.openxmlformats.org/officeDocument/2006/relationships/image" Target="../media/image448.png"/><Relationship Id="rId100" Type="http://schemas.openxmlformats.org/officeDocument/2006/relationships/image" Target="../media/image471.jpg"/><Relationship Id="rId8" Type="http://schemas.openxmlformats.org/officeDocument/2006/relationships/image" Target="../media/image379.png"/><Relationship Id="rId51" Type="http://schemas.openxmlformats.org/officeDocument/2006/relationships/image" Target="../media/image422.png"/><Relationship Id="rId72" Type="http://schemas.openxmlformats.org/officeDocument/2006/relationships/image" Target="../media/image443.png"/><Relationship Id="rId93" Type="http://schemas.openxmlformats.org/officeDocument/2006/relationships/image" Target="../media/image464.png"/><Relationship Id="rId98" Type="http://schemas.openxmlformats.org/officeDocument/2006/relationships/image" Target="../media/image469.jpg"/><Relationship Id="rId3" Type="http://schemas.openxmlformats.org/officeDocument/2006/relationships/image" Target="../media/image3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75.jpg"/><Relationship Id="rId7" Type="http://schemas.openxmlformats.org/officeDocument/2006/relationships/image" Target="../media/image479.jpg"/><Relationship Id="rId12" Type="http://schemas.openxmlformats.org/officeDocument/2006/relationships/image" Target="../media/image484.png"/><Relationship Id="rId2" Type="http://schemas.openxmlformats.org/officeDocument/2006/relationships/image" Target="../media/image47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8.jpg"/><Relationship Id="rId11" Type="http://schemas.openxmlformats.org/officeDocument/2006/relationships/image" Target="../media/image483.jpg"/><Relationship Id="rId5" Type="http://schemas.openxmlformats.org/officeDocument/2006/relationships/image" Target="../media/image477.png"/><Relationship Id="rId10" Type="http://schemas.openxmlformats.org/officeDocument/2006/relationships/image" Target="../media/image482.jpg"/><Relationship Id="rId4" Type="http://schemas.openxmlformats.org/officeDocument/2006/relationships/image" Target="../media/image476.jpg"/><Relationship Id="rId9" Type="http://schemas.openxmlformats.org/officeDocument/2006/relationships/image" Target="../media/image481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175" y="839723"/>
            <a:ext cx="8170164" cy="380695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255657" y="6742176"/>
            <a:ext cx="6658609" cy="0"/>
          </a:xfrm>
          <a:custGeom>
            <a:avLst/>
            <a:gdLst/>
            <a:ahLst/>
            <a:cxnLst/>
            <a:rect l="l" t="t" r="r" b="b"/>
            <a:pathLst>
              <a:path w="6658609">
                <a:moveTo>
                  <a:pt x="6658352" y="0"/>
                </a:moveTo>
                <a:lnTo>
                  <a:pt x="0" y="0"/>
                </a:lnTo>
              </a:path>
            </a:pathLst>
          </a:custGeom>
          <a:ln w="34924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233650" y="4914389"/>
            <a:ext cx="4876165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600" spc="160" dirty="0">
                <a:latin typeface="Tahoma"/>
                <a:cs typeface="Tahoma"/>
              </a:rPr>
              <a:t>Alpaca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195" dirty="0">
                <a:latin typeface="Tahoma"/>
                <a:cs typeface="Tahoma"/>
              </a:rPr>
              <a:t>OVERVIEW</a:t>
            </a:r>
            <a:endParaRPr sz="2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400" spc="185" dirty="0">
                <a:latin typeface="Tahoma"/>
                <a:cs typeface="Tahoma"/>
              </a:rPr>
              <a:t>2012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1120" y="1599081"/>
            <a:ext cx="7359015" cy="2649855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1910"/>
              </a:spcBef>
              <a:buClr>
                <a:srgbClr val="3F3F3F"/>
              </a:buClr>
              <a:buAutoNum type="arabicPeriod"/>
              <a:tabLst>
                <a:tab pos="468630" algn="l"/>
              </a:tabLst>
            </a:pPr>
            <a:r>
              <a:rPr lang="en-GB" sz="2800" dirty="0">
                <a:solidFill>
                  <a:srgbClr val="7E7E7E"/>
                </a:solidFill>
                <a:latin typeface="Tahoma"/>
                <a:cs typeface="Tahoma"/>
              </a:rPr>
              <a:t>Alpaca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E</a:t>
            </a:r>
            <a:r>
              <a:rPr sz="2800" spc="-4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SPEED</a:t>
            </a:r>
            <a:r>
              <a:rPr sz="2800" spc="-4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OF</a:t>
            </a:r>
            <a:r>
              <a:rPr sz="2800" spc="-3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Tahoma"/>
                <a:cs typeface="Tahoma"/>
              </a:rPr>
              <a:t>IDEAS</a:t>
            </a:r>
            <a:endParaRPr sz="2800" dirty="0">
              <a:latin typeface="Tahoma"/>
              <a:cs typeface="Tahoma"/>
            </a:endParaRPr>
          </a:p>
          <a:p>
            <a:pPr marL="468630" indent="-455930">
              <a:lnSpc>
                <a:spcPct val="100000"/>
              </a:lnSpc>
              <a:spcBef>
                <a:spcPts val="1815"/>
              </a:spcBef>
              <a:buClr>
                <a:srgbClr val="3F3F3F"/>
              </a:buClr>
              <a:buAutoNum type="arabicPeriod"/>
              <a:tabLst>
                <a:tab pos="468630" algn="l"/>
              </a:tabLst>
            </a:pP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Eastern</a:t>
            </a:r>
            <a:r>
              <a:rPr sz="2800" spc="-8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Europe</a:t>
            </a:r>
            <a:r>
              <a:rPr sz="2800" spc="-8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South</a:t>
            </a:r>
            <a:r>
              <a:rPr sz="2800" spc="-8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Tahoma"/>
                <a:cs typeface="Tahoma"/>
              </a:rPr>
              <a:t>Presence</a:t>
            </a:r>
            <a:endParaRPr sz="2800" dirty="0">
              <a:latin typeface="Tahoma"/>
              <a:cs typeface="Tahoma"/>
            </a:endParaRPr>
          </a:p>
          <a:p>
            <a:pPr marL="468630" indent="-455930">
              <a:lnSpc>
                <a:spcPct val="100000"/>
              </a:lnSpc>
              <a:spcBef>
                <a:spcPts val="1800"/>
              </a:spcBef>
              <a:buClr>
                <a:srgbClr val="3F3F3F"/>
              </a:buClr>
              <a:buAutoNum type="arabicPeriod"/>
              <a:tabLst>
                <a:tab pos="468630" algn="l"/>
              </a:tabLst>
            </a:pP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Capabilities</a:t>
            </a:r>
            <a:r>
              <a:rPr sz="2800" spc="-8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in</a:t>
            </a:r>
            <a:r>
              <a:rPr sz="2800" spc="-7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Eastern</a:t>
            </a:r>
            <a:r>
              <a:rPr sz="2800" spc="-7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Europe</a:t>
            </a:r>
            <a:r>
              <a:rPr sz="2800" spc="-7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7E7E7E"/>
                </a:solidFill>
                <a:latin typeface="Tahoma"/>
                <a:cs typeface="Tahoma"/>
              </a:rPr>
              <a:t>South</a:t>
            </a:r>
            <a:r>
              <a:rPr sz="2800" spc="-8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Tahoma"/>
                <a:cs typeface="Tahoma"/>
              </a:rPr>
              <a:t>Region</a:t>
            </a:r>
            <a:endParaRPr sz="2800" dirty="0">
              <a:latin typeface="Tahoma"/>
              <a:cs typeface="Tahoma"/>
            </a:endParaRPr>
          </a:p>
          <a:p>
            <a:pPr marL="468630" indent="-455930">
              <a:lnSpc>
                <a:spcPct val="100000"/>
              </a:lnSpc>
              <a:spcBef>
                <a:spcPts val="1800"/>
              </a:spcBef>
              <a:buClr>
                <a:srgbClr val="3F3F3F"/>
              </a:buClr>
              <a:buAutoNum type="arabicPeriod"/>
              <a:tabLst>
                <a:tab pos="468630" algn="l"/>
              </a:tabLst>
            </a:pPr>
            <a:r>
              <a:rPr sz="2800" spc="-10" dirty="0">
                <a:solidFill>
                  <a:srgbClr val="7E7E7E"/>
                </a:solidFill>
                <a:latin typeface="Tahoma"/>
                <a:cs typeface="Tahoma"/>
              </a:rPr>
              <a:t>Conclusions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00" dirty="0"/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0845" y="5711441"/>
            <a:ext cx="20510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400" spc="-10" dirty="0">
                <a:solidFill>
                  <a:srgbClr val="7E7E7E"/>
                </a:solidFill>
                <a:latin typeface="Tahoma"/>
                <a:cs typeface="Tahoma"/>
              </a:rPr>
              <a:t>Alpaca</a:t>
            </a:r>
            <a:r>
              <a:rPr sz="1400" spc="-1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7E7E7E"/>
                </a:solidFill>
                <a:latin typeface="Tahoma"/>
                <a:cs typeface="Tahoma"/>
              </a:rPr>
              <a:t>at</a:t>
            </a:r>
            <a:r>
              <a:rPr sz="1400" spc="-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7E7E7E"/>
                </a:solidFill>
                <a:latin typeface="Tahoma"/>
                <a:cs typeface="Tahoma"/>
              </a:rPr>
              <a:t>a</a:t>
            </a:r>
            <a:r>
              <a:rPr sz="1400" spc="-1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Tahoma"/>
                <a:cs typeface="Tahoma"/>
              </a:rPr>
              <a:t>glance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4687" y="4969254"/>
            <a:ext cx="3430270" cy="71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25"/>
              </a:lnSpc>
              <a:spcBef>
                <a:spcPts val="100"/>
              </a:spcBef>
            </a:pPr>
            <a:r>
              <a:rPr lang="en-GB" sz="2400" spc="165" dirty="0">
                <a:latin typeface="Tahoma"/>
                <a:cs typeface="Tahoma"/>
              </a:rPr>
              <a:t>Alpaca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ts val="2725"/>
              </a:lnSpc>
            </a:pPr>
            <a:r>
              <a:rPr sz="2400" dirty="0">
                <a:latin typeface="Tahoma"/>
                <a:cs typeface="Tahoma"/>
              </a:rPr>
              <a:t>AT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SPEED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IDEAS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963" y="673608"/>
            <a:ext cx="8526780" cy="37551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767" y="805687"/>
            <a:ext cx="6961505" cy="527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25" dirty="0">
                <a:latin typeface="Tahoma"/>
                <a:cs typeface="Tahoma"/>
              </a:rPr>
              <a:t>VISION</a:t>
            </a:r>
            <a:endParaRPr sz="2800">
              <a:latin typeface="Tahoma"/>
              <a:cs typeface="Tahoma"/>
            </a:endParaRPr>
          </a:p>
          <a:p>
            <a:pPr marL="12700" marR="1463675" indent="-635">
              <a:lnSpc>
                <a:spcPct val="101099"/>
              </a:lnSpc>
            </a:pPr>
            <a:r>
              <a:rPr sz="2800" dirty="0">
                <a:latin typeface="Tahoma"/>
                <a:cs typeface="Tahoma"/>
              </a:rPr>
              <a:t>TO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REALIZE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POTENTIAL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A </a:t>
            </a:r>
            <a:r>
              <a:rPr sz="2800" dirty="0">
                <a:latin typeface="Tahoma"/>
                <a:cs typeface="Tahoma"/>
              </a:rPr>
              <a:t>CONNECTED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WORLD.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sz="2800" spc="220" dirty="0">
                <a:latin typeface="Tahoma"/>
                <a:cs typeface="Tahoma"/>
              </a:rPr>
              <a:t>OUR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235" dirty="0">
                <a:latin typeface="Tahoma"/>
                <a:cs typeface="Tahoma"/>
              </a:rPr>
              <a:t>MISSION</a:t>
            </a:r>
            <a:endParaRPr sz="2800">
              <a:latin typeface="Tahoma"/>
              <a:cs typeface="Tahoma"/>
            </a:endParaRPr>
          </a:p>
          <a:p>
            <a:pPr marL="12700" marR="1121410" indent="-635">
              <a:lnSpc>
                <a:spcPct val="101099"/>
              </a:lnSpc>
              <a:spcBef>
                <a:spcPts val="1210"/>
              </a:spcBef>
            </a:pPr>
            <a:r>
              <a:rPr sz="2800" dirty="0">
                <a:latin typeface="Tahoma"/>
                <a:cs typeface="Tahoma"/>
              </a:rPr>
              <a:t>TO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DELIVER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INNOVATION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OUR </a:t>
            </a:r>
            <a:r>
              <a:rPr sz="2800" dirty="0">
                <a:latin typeface="Tahoma"/>
                <a:cs typeface="Tahoma"/>
              </a:rPr>
              <a:t>CUSTOMERS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NEED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STAY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AHEAD,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ts val="3410"/>
              </a:lnSpc>
              <a:spcBef>
                <a:spcPts val="110"/>
              </a:spcBef>
            </a:pPr>
            <a:r>
              <a:rPr sz="2800" dirty="0">
                <a:latin typeface="Tahoma"/>
                <a:cs typeface="Tahoma"/>
              </a:rPr>
              <a:t>TO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EVOLVE,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BECOME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MORE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EFFICIENT,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MOVE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AT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SPEED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IDEAS.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</a:pPr>
            <a:r>
              <a:rPr sz="2800" spc="200" dirty="0">
                <a:latin typeface="Tahoma"/>
                <a:cs typeface="Tahoma"/>
              </a:rPr>
              <a:t>CORPORATE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200" dirty="0">
                <a:latin typeface="Tahoma"/>
                <a:cs typeface="Tahoma"/>
              </a:rPr>
              <a:t>SIGNATURE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800" dirty="0">
                <a:latin typeface="Tahoma"/>
                <a:cs typeface="Tahoma"/>
              </a:rPr>
              <a:t>AT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SPEED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IDEAS.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859" y="566420"/>
            <a:ext cx="3161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175" dirty="0"/>
              <a:t>Alpaca</a:t>
            </a:r>
            <a:endParaRPr spc="165" dirty="0"/>
          </a:p>
        </p:txBody>
      </p:sp>
      <p:grpSp>
        <p:nvGrpSpPr>
          <p:cNvPr id="3" name="object 3"/>
          <p:cNvGrpSpPr/>
          <p:nvPr/>
        </p:nvGrpSpPr>
        <p:grpSpPr>
          <a:xfrm>
            <a:off x="1104781" y="1249680"/>
            <a:ext cx="8516620" cy="3119755"/>
            <a:chOff x="1104781" y="1249680"/>
            <a:chExt cx="8516620" cy="3119755"/>
          </a:xfrm>
        </p:grpSpPr>
        <p:sp>
          <p:nvSpPr>
            <p:cNvPr id="4" name="object 4"/>
            <p:cNvSpPr/>
            <p:nvPr/>
          </p:nvSpPr>
          <p:spPr>
            <a:xfrm>
              <a:off x="1106297" y="1249679"/>
              <a:ext cx="8514715" cy="1396365"/>
            </a:xfrm>
            <a:custGeom>
              <a:avLst/>
              <a:gdLst/>
              <a:ahLst/>
              <a:cxnLst/>
              <a:rect l="l" t="t" r="r" b="b"/>
              <a:pathLst>
                <a:path w="8514715" h="1396364">
                  <a:moveTo>
                    <a:pt x="8514588" y="0"/>
                  </a:moveTo>
                  <a:lnTo>
                    <a:pt x="6316980" y="0"/>
                  </a:lnTo>
                  <a:lnTo>
                    <a:pt x="6288024" y="0"/>
                  </a:lnTo>
                  <a:lnTo>
                    <a:pt x="0" y="0"/>
                  </a:lnTo>
                  <a:lnTo>
                    <a:pt x="0" y="591312"/>
                  </a:lnTo>
                  <a:lnTo>
                    <a:pt x="6288024" y="591312"/>
                  </a:lnTo>
                  <a:lnTo>
                    <a:pt x="6288024" y="1395984"/>
                  </a:lnTo>
                  <a:lnTo>
                    <a:pt x="8310372" y="1395984"/>
                  </a:lnTo>
                  <a:lnTo>
                    <a:pt x="8364652" y="1390764"/>
                  </a:lnTo>
                  <a:lnTo>
                    <a:pt x="8413432" y="1376006"/>
                  </a:lnTo>
                  <a:lnTo>
                    <a:pt x="8454771" y="1353121"/>
                  </a:lnTo>
                  <a:lnTo>
                    <a:pt x="8486699" y="1323517"/>
                  </a:lnTo>
                  <a:lnTo>
                    <a:pt x="8507285" y="1288567"/>
                  </a:lnTo>
                  <a:lnTo>
                    <a:pt x="8514588" y="1249680"/>
                  </a:lnTo>
                  <a:lnTo>
                    <a:pt x="8514588" y="591312"/>
                  </a:lnTo>
                  <a:lnTo>
                    <a:pt x="8514588" y="516636"/>
                  </a:lnTo>
                  <a:lnTo>
                    <a:pt x="8514588" y="0"/>
                  </a:lnTo>
                  <a:close/>
                </a:path>
              </a:pathLst>
            </a:custGeom>
            <a:solidFill>
              <a:srgbClr val="D6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04781" y="1840991"/>
              <a:ext cx="8505825" cy="2528570"/>
            </a:xfrm>
            <a:custGeom>
              <a:avLst/>
              <a:gdLst/>
              <a:ahLst/>
              <a:cxnLst/>
              <a:rect l="l" t="t" r="r" b="b"/>
              <a:pathLst>
                <a:path w="8505825" h="2528570">
                  <a:moveTo>
                    <a:pt x="8505443" y="2528315"/>
                  </a:moveTo>
                  <a:lnTo>
                    <a:pt x="8505443" y="0"/>
                  </a:lnTo>
                  <a:lnTo>
                    <a:pt x="0" y="0"/>
                  </a:lnTo>
                  <a:lnTo>
                    <a:pt x="0" y="2528315"/>
                  </a:lnTo>
                  <a:lnTo>
                    <a:pt x="8505443" y="2528315"/>
                  </a:lnTo>
                  <a:close/>
                </a:path>
              </a:pathLst>
            </a:custGeom>
            <a:solidFill>
              <a:srgbClr val="CF00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01086" y="3772914"/>
            <a:ext cx="16941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ts val="1620"/>
              </a:lnSpc>
              <a:spcBef>
                <a:spcPts val="100"/>
              </a:spcBef>
            </a:pPr>
            <a:r>
              <a:rPr lang="en-US" sz="1400" spc="135" dirty="0">
                <a:solidFill>
                  <a:srgbClr val="FFFFFF"/>
                </a:solidFill>
                <a:latin typeface="Arial"/>
                <a:cs typeface="Arial"/>
              </a:rPr>
              <a:t>Bryce</a:t>
            </a:r>
            <a:r>
              <a:rPr sz="140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Ver</a:t>
            </a:r>
            <a:r>
              <a:rPr lang="en-US" sz="1400" spc="-10" dirty="0">
                <a:solidFill>
                  <a:srgbClr val="FFFFFF"/>
                </a:solidFill>
                <a:latin typeface="Arial"/>
                <a:cs typeface="Arial"/>
              </a:rPr>
              <a:t>stappen</a:t>
            </a:r>
            <a:endParaRPr sz="1400" dirty="0">
              <a:latin typeface="Arial"/>
              <a:cs typeface="Arial"/>
            </a:endParaRPr>
          </a:p>
          <a:p>
            <a:pPr marR="5080" algn="r">
              <a:lnSpc>
                <a:spcPts val="1380"/>
              </a:lnSpc>
            </a:pP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Chief</a:t>
            </a:r>
            <a:r>
              <a:rPr sz="120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Executive</a:t>
            </a:r>
            <a:r>
              <a:rPr sz="1200" spc="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Officer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5056" y="2116937"/>
            <a:ext cx="5850255" cy="1430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5"/>
              </a:spcBef>
            </a:pPr>
            <a:r>
              <a:rPr sz="2000" spc="80" dirty="0">
                <a:solidFill>
                  <a:srgbClr val="FFFFFF"/>
                </a:solidFill>
                <a:latin typeface="Arial"/>
                <a:cs typeface="Arial"/>
              </a:rPr>
              <a:t>Broadband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Arial"/>
                <a:cs typeface="Arial"/>
              </a:rPr>
              <a:t>everywhere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Arial"/>
                <a:cs typeface="Arial"/>
              </a:rPr>
              <a:t>speeding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000" spc="80" dirty="0">
                <a:solidFill>
                  <a:srgbClr val="FFFFFF"/>
                </a:solidFill>
                <a:latin typeface="Arial"/>
                <a:cs typeface="Arial"/>
              </a:rPr>
              <a:t>business.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Arial"/>
                <a:cs typeface="Arial"/>
              </a:rPr>
              <a:t>takes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Arial"/>
                <a:cs typeface="Arial"/>
              </a:rPr>
              <a:t>having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000" spc="5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20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idea,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Arial"/>
                <a:cs typeface="Arial"/>
              </a:rPr>
              <a:t>touching</a:t>
            </a:r>
            <a:r>
              <a:rPr sz="20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Arial"/>
                <a:cs typeface="Arial"/>
              </a:rPr>
              <a:t>peoples</a:t>
            </a:r>
            <a:r>
              <a:rPr sz="20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Arial"/>
                <a:cs typeface="Arial"/>
              </a:rPr>
              <a:t>lives.</a:t>
            </a:r>
            <a:r>
              <a:rPr sz="20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20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Arial"/>
                <a:cs typeface="Arial"/>
              </a:rPr>
              <a:t>must </a:t>
            </a:r>
            <a:r>
              <a:rPr sz="2000" spc="75" dirty="0">
                <a:solidFill>
                  <a:srgbClr val="FFFFFF"/>
                </a:solidFill>
                <a:latin typeface="Arial"/>
                <a:cs typeface="Arial"/>
              </a:rPr>
              <a:t>innovate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Arial"/>
                <a:cs typeface="Arial"/>
              </a:rPr>
              <a:t>innovate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5056" y="3567174"/>
            <a:ext cx="2312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Arial"/>
                <a:cs typeface="Arial"/>
              </a:rPr>
              <a:t>ideas.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88524" y="1828291"/>
            <a:ext cx="521334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7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endParaRPr sz="8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12841" y="5323332"/>
            <a:ext cx="1897380" cy="751840"/>
          </a:xfrm>
          <a:custGeom>
            <a:avLst/>
            <a:gdLst/>
            <a:ahLst/>
            <a:cxnLst/>
            <a:rect l="l" t="t" r="r" b="b"/>
            <a:pathLst>
              <a:path w="1897379" h="751839">
                <a:moveTo>
                  <a:pt x="1897379" y="626363"/>
                </a:moveTo>
                <a:lnTo>
                  <a:pt x="1897379" y="0"/>
                </a:lnTo>
                <a:lnTo>
                  <a:pt x="0" y="0"/>
                </a:lnTo>
                <a:lnTo>
                  <a:pt x="0" y="751331"/>
                </a:lnTo>
                <a:lnTo>
                  <a:pt x="1723643" y="751331"/>
                </a:lnTo>
                <a:lnTo>
                  <a:pt x="1778581" y="744918"/>
                </a:lnTo>
                <a:lnTo>
                  <a:pt x="1826276" y="727094"/>
                </a:lnTo>
                <a:lnTo>
                  <a:pt x="1863876" y="699979"/>
                </a:lnTo>
                <a:lnTo>
                  <a:pt x="1888528" y="665695"/>
                </a:lnTo>
                <a:lnTo>
                  <a:pt x="1897379" y="626363"/>
                </a:lnTo>
                <a:close/>
              </a:path>
            </a:pathLst>
          </a:custGeom>
          <a:solidFill>
            <a:srgbClr val="D6F0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98685" y="4881371"/>
          <a:ext cx="8510905" cy="1193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819">
                <a:tc>
                  <a:txBody>
                    <a:bodyPr/>
                    <a:lstStyle/>
                    <a:p>
                      <a:pPr marL="173355" marR="2381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FAST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FACTS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L="361315" indent="-16510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Tahoma"/>
                        <a:buChar char="•"/>
                        <a:tabLst>
                          <a:tab pos="361315" algn="l"/>
                        </a:tabLst>
                      </a:pPr>
                      <a:r>
                        <a:rPr sz="1400" spc="2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Headquarters:</a:t>
                      </a:r>
                      <a:r>
                        <a:rPr sz="1400" spc="17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2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Paris,</a:t>
                      </a:r>
                      <a:r>
                        <a:rPr sz="1400" spc="18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France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61315" indent="-165100">
                        <a:lnSpc>
                          <a:spcPct val="100000"/>
                        </a:lnSpc>
                        <a:spcBef>
                          <a:spcPts val="420"/>
                        </a:spcBef>
                        <a:buFont typeface="Tahoma"/>
                        <a:buChar char="•"/>
                        <a:tabLst>
                          <a:tab pos="361315" algn="l"/>
                        </a:tabLst>
                      </a:pPr>
                      <a:r>
                        <a:rPr sz="1400" spc="5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Annual</a:t>
                      </a:r>
                      <a:r>
                        <a:rPr sz="1400" spc="9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Revenues:</a:t>
                      </a:r>
                      <a:r>
                        <a:rPr sz="1400" spc="8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4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approx.</a:t>
                      </a:r>
                      <a:r>
                        <a:rPr sz="1400" spc="8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€16</a:t>
                      </a:r>
                      <a:r>
                        <a:rPr sz="1400" spc="7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5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billion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61315" indent="-165100">
                        <a:lnSpc>
                          <a:spcPct val="100000"/>
                        </a:lnSpc>
                        <a:spcBef>
                          <a:spcPts val="420"/>
                        </a:spcBef>
                        <a:buFont typeface="Tahoma"/>
                        <a:buChar char="•"/>
                        <a:tabLst>
                          <a:tab pos="361315" algn="l"/>
                        </a:tabLst>
                      </a:pPr>
                      <a:r>
                        <a:rPr sz="1400" spc="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Employees:</a:t>
                      </a:r>
                      <a:r>
                        <a:rPr sz="1400" spc="12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77,000</a:t>
                      </a:r>
                      <a:r>
                        <a:rPr sz="1400" spc="13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solidFill>
                      <a:srgbClr val="D6F0FA"/>
                    </a:solidFill>
                  </a:tcPr>
                </a:tc>
                <a:tc>
                  <a:txBody>
                    <a:bodyPr/>
                    <a:lstStyle/>
                    <a:p>
                      <a:pPr marL="327660" indent="-16510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Tahoma"/>
                        <a:buChar char="•"/>
                        <a:tabLst>
                          <a:tab pos="327660" algn="l"/>
                        </a:tabLst>
                      </a:pP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R&amp;D</a:t>
                      </a:r>
                      <a:r>
                        <a:rPr sz="1400" spc="1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5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Budget:</a:t>
                      </a:r>
                      <a:r>
                        <a:rPr sz="1400" spc="1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€2.5</a:t>
                      </a:r>
                      <a:r>
                        <a:rPr sz="1400" spc="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6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billion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27660" indent="-165100">
                        <a:lnSpc>
                          <a:spcPct val="100000"/>
                        </a:lnSpc>
                        <a:spcBef>
                          <a:spcPts val="420"/>
                        </a:spcBef>
                        <a:buFont typeface="Tahoma"/>
                        <a:buChar char="•"/>
                        <a:tabLst>
                          <a:tab pos="327660" algn="l"/>
                        </a:tabLst>
                      </a:pPr>
                      <a:r>
                        <a:rPr sz="1400" spc="5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Active</a:t>
                      </a:r>
                      <a:r>
                        <a:rPr sz="1400" spc="16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Patents</a:t>
                      </a:r>
                      <a:r>
                        <a:rPr sz="1400" spc="14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Held:</a:t>
                      </a:r>
                      <a:r>
                        <a:rPr sz="1400" spc="15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27,900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27660" indent="-165100">
                        <a:lnSpc>
                          <a:spcPct val="100000"/>
                        </a:lnSpc>
                        <a:spcBef>
                          <a:spcPts val="420"/>
                        </a:spcBef>
                        <a:buFont typeface="Tahoma"/>
                        <a:buChar char="•"/>
                        <a:tabLst>
                          <a:tab pos="327660" algn="l"/>
                        </a:tabLst>
                      </a:pP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Patents</a:t>
                      </a:r>
                      <a:r>
                        <a:rPr sz="1400" spc="8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4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Awarded</a:t>
                      </a:r>
                      <a:r>
                        <a:rPr sz="1400" spc="5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7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400" spc="8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2010:</a:t>
                      </a:r>
                      <a:r>
                        <a:rPr sz="1400" spc="7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2,400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solidFill>
                      <a:srgbClr val="D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L="361315" indent="-165100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Tahoma"/>
                        <a:buChar char="•"/>
                        <a:tabLst>
                          <a:tab pos="361315" algn="l"/>
                        </a:tabLst>
                      </a:pP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130</a:t>
                      </a:r>
                      <a:r>
                        <a:rPr sz="1400" spc="-2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5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countries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solidFill>
                      <a:srgbClr val="D6F0FA"/>
                    </a:solidFill>
                  </a:tcPr>
                </a:tc>
                <a:tc>
                  <a:txBody>
                    <a:bodyPr/>
                    <a:lstStyle/>
                    <a:p>
                      <a:pPr marL="327660" indent="-165100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Tahoma"/>
                        <a:buChar char="•"/>
                        <a:tabLst>
                          <a:tab pos="327660" algn="l"/>
                        </a:tabLst>
                      </a:pP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Nobel</a:t>
                      </a:r>
                      <a:r>
                        <a:rPr sz="1400" spc="13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Prizes</a:t>
                      </a:r>
                      <a:r>
                        <a:rPr sz="1400" spc="12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5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Won:</a:t>
                      </a:r>
                      <a:r>
                        <a:rPr sz="1400" spc="125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solidFill>
                            <a:srgbClr val="3F3F3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solidFill>
                      <a:srgbClr val="D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17" name="object 17"/>
          <p:cNvSpPr txBox="1"/>
          <p:nvPr/>
        </p:nvSpPr>
        <p:spPr>
          <a:xfrm rot="10800000">
            <a:off x="5413482" y="2909610"/>
            <a:ext cx="1136774" cy="1016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5"/>
              </a:lnSpc>
            </a:pPr>
            <a:r>
              <a:rPr sz="8000" spc="128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endParaRPr sz="8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9908" y="1374139"/>
            <a:ext cx="6790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538B7"/>
                </a:solidFill>
                <a:latin typeface="Arial"/>
                <a:cs typeface="Arial"/>
              </a:rPr>
              <a:t>REALIZING</a:t>
            </a:r>
            <a:r>
              <a:rPr sz="2000" spc="-80" dirty="0">
                <a:solidFill>
                  <a:srgbClr val="6538B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538B7"/>
                </a:solidFill>
                <a:latin typeface="Arial"/>
                <a:cs typeface="Arial"/>
              </a:rPr>
              <a:t>THE</a:t>
            </a:r>
            <a:r>
              <a:rPr sz="2000" spc="-70" dirty="0">
                <a:solidFill>
                  <a:srgbClr val="6538B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538B7"/>
                </a:solidFill>
                <a:latin typeface="Arial"/>
                <a:cs typeface="Arial"/>
              </a:rPr>
              <a:t>POTENTIAL</a:t>
            </a:r>
            <a:r>
              <a:rPr sz="2000" spc="-60" dirty="0">
                <a:solidFill>
                  <a:srgbClr val="6538B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538B7"/>
                </a:solidFill>
                <a:latin typeface="Arial"/>
                <a:cs typeface="Arial"/>
              </a:rPr>
              <a:t>OF</a:t>
            </a:r>
            <a:r>
              <a:rPr sz="2000" spc="-60" dirty="0">
                <a:solidFill>
                  <a:srgbClr val="6538B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538B7"/>
                </a:solidFill>
                <a:latin typeface="Arial"/>
                <a:cs typeface="Arial"/>
              </a:rPr>
              <a:t>A</a:t>
            </a:r>
            <a:r>
              <a:rPr sz="2000" spc="-60" dirty="0">
                <a:solidFill>
                  <a:srgbClr val="6538B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6538B7"/>
                </a:solidFill>
                <a:latin typeface="Arial"/>
                <a:cs typeface="Arial"/>
              </a:rPr>
              <a:t>CONNECTED</a:t>
            </a:r>
            <a:r>
              <a:rPr sz="2000" spc="-65" dirty="0">
                <a:solidFill>
                  <a:srgbClr val="6538B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6538B7"/>
                </a:solidFill>
                <a:latin typeface="Arial"/>
                <a:cs typeface="Arial"/>
              </a:rPr>
              <a:t>WORLD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12985" y="1981200"/>
            <a:ext cx="3837940" cy="1789430"/>
          </a:xfrm>
          <a:custGeom>
            <a:avLst/>
            <a:gdLst/>
            <a:ahLst/>
            <a:cxnLst/>
            <a:rect l="l" t="t" r="r" b="b"/>
            <a:pathLst>
              <a:path w="3837940" h="1789429">
                <a:moveTo>
                  <a:pt x="0" y="1789175"/>
                </a:moveTo>
                <a:lnTo>
                  <a:pt x="3837431" y="1789175"/>
                </a:lnTo>
                <a:lnTo>
                  <a:pt x="3837431" y="0"/>
                </a:lnTo>
                <a:lnTo>
                  <a:pt x="0" y="0"/>
                </a:lnTo>
                <a:lnTo>
                  <a:pt x="0" y="1789175"/>
                </a:lnTo>
                <a:close/>
              </a:path>
            </a:pathLst>
          </a:custGeom>
          <a:solidFill>
            <a:srgbClr val="E1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2985" y="4725923"/>
            <a:ext cx="3837940" cy="1819910"/>
          </a:xfrm>
          <a:prstGeom prst="rect">
            <a:avLst/>
          </a:prstGeom>
          <a:solidFill>
            <a:srgbClr val="E1FAFF"/>
          </a:solidFill>
        </p:spPr>
        <p:txBody>
          <a:bodyPr vert="horz" wrap="square" lIns="0" tIns="135890" rIns="0" bIns="0" rtlCol="0">
            <a:spAutoFit/>
          </a:bodyPr>
          <a:lstStyle/>
          <a:p>
            <a:pPr marL="334645" indent="-116839">
              <a:lnSpc>
                <a:spcPct val="100000"/>
              </a:lnSpc>
              <a:spcBef>
                <a:spcPts val="1070"/>
              </a:spcBef>
              <a:buClr>
                <a:srgbClr val="684FA1"/>
              </a:buClr>
              <a:buFont typeface="Wingdings"/>
              <a:buChar char=""/>
              <a:tabLst>
                <a:tab pos="334645" algn="l"/>
              </a:tabLst>
            </a:pPr>
            <a:r>
              <a:rPr sz="1400" dirty="0">
                <a:latin typeface="Tahoma"/>
                <a:cs typeface="Tahoma"/>
              </a:rPr>
              <a:t>27,900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active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patents</a:t>
            </a:r>
            <a:endParaRPr sz="1400">
              <a:latin typeface="Tahoma"/>
              <a:cs typeface="Tahoma"/>
            </a:endParaRPr>
          </a:p>
          <a:p>
            <a:pPr marL="335280" marR="670560" indent="-117475">
              <a:lnSpc>
                <a:spcPts val="1670"/>
              </a:lnSpc>
              <a:spcBef>
                <a:spcPts val="65"/>
              </a:spcBef>
              <a:buClr>
                <a:srgbClr val="684FA1"/>
              </a:buClr>
              <a:buFont typeface="Wingdings"/>
              <a:buChar char=""/>
              <a:tabLst>
                <a:tab pos="335280" algn="l"/>
              </a:tabLst>
            </a:pPr>
            <a:r>
              <a:rPr sz="1400" dirty="0">
                <a:latin typeface="Tahoma"/>
                <a:cs typeface="Tahoma"/>
              </a:rPr>
              <a:t>Collaboration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with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&gt;250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universities worldwide</a:t>
            </a:r>
            <a:endParaRPr sz="1400">
              <a:latin typeface="Tahoma"/>
              <a:cs typeface="Tahoma"/>
            </a:endParaRPr>
          </a:p>
          <a:p>
            <a:pPr marL="334645" indent="-116839">
              <a:lnSpc>
                <a:spcPts val="1625"/>
              </a:lnSpc>
              <a:buClr>
                <a:srgbClr val="684FA1"/>
              </a:buClr>
              <a:buFont typeface="Wingdings"/>
              <a:buChar char=""/>
              <a:tabLst>
                <a:tab pos="334645" algn="l"/>
              </a:tabLst>
            </a:pPr>
            <a:r>
              <a:rPr sz="1400" dirty="0">
                <a:latin typeface="Tahoma"/>
                <a:cs typeface="Tahoma"/>
              </a:rPr>
              <a:t>Multiple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Open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Innovation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Initiatives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0920" y="2085847"/>
            <a:ext cx="2519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100" dirty="0">
                <a:latin typeface="Tahoma"/>
                <a:cs typeface="Tahoma"/>
              </a:rPr>
              <a:t>PRESENCE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45" dirty="0">
                <a:latin typeface="Tahoma"/>
                <a:cs typeface="Tahoma"/>
              </a:rPr>
              <a:t>IN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25" dirty="0">
                <a:latin typeface="Tahoma"/>
                <a:cs typeface="Tahoma"/>
              </a:rPr>
              <a:t>8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90" dirty="0">
                <a:latin typeface="Tahoma"/>
                <a:cs typeface="Tahoma"/>
              </a:rPr>
              <a:t>COUNTRIES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0921" y="2476600"/>
            <a:ext cx="837565" cy="9461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16839" indent="-116839">
              <a:lnSpc>
                <a:spcPct val="100000"/>
              </a:lnSpc>
              <a:spcBef>
                <a:spcPts val="229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spc="-10" dirty="0">
                <a:latin typeface="Tahoma"/>
                <a:cs typeface="Tahoma"/>
              </a:rPr>
              <a:t>Belgium</a:t>
            </a:r>
            <a:endParaRPr sz="1400">
              <a:latin typeface="Tahoma"/>
              <a:cs typeface="Tahoma"/>
            </a:endParaRPr>
          </a:p>
          <a:p>
            <a:pPr marL="116839" indent="-116839">
              <a:lnSpc>
                <a:spcPct val="100000"/>
              </a:lnSpc>
              <a:spcBef>
                <a:spcPts val="130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spc="-10" dirty="0">
                <a:latin typeface="Tahoma"/>
                <a:cs typeface="Tahoma"/>
              </a:rPr>
              <a:t>China</a:t>
            </a:r>
            <a:endParaRPr sz="1400">
              <a:latin typeface="Tahoma"/>
              <a:cs typeface="Tahoma"/>
            </a:endParaRPr>
          </a:p>
          <a:p>
            <a:pPr marL="116839" indent="-116839">
              <a:lnSpc>
                <a:spcPct val="100000"/>
              </a:lnSpc>
              <a:spcBef>
                <a:spcPts val="135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spc="-10" dirty="0">
                <a:latin typeface="Tahoma"/>
                <a:cs typeface="Tahoma"/>
              </a:rPr>
              <a:t>France</a:t>
            </a:r>
            <a:endParaRPr sz="1400">
              <a:latin typeface="Tahoma"/>
              <a:cs typeface="Tahoma"/>
            </a:endParaRPr>
          </a:p>
          <a:p>
            <a:pPr marL="116839" indent="-116839">
              <a:lnSpc>
                <a:spcPct val="100000"/>
              </a:lnSpc>
              <a:spcBef>
                <a:spcPts val="130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spc="-10" dirty="0">
                <a:latin typeface="Tahoma"/>
                <a:cs typeface="Tahoma"/>
              </a:rPr>
              <a:t>Germany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2985" y="4168139"/>
            <a:ext cx="3837940" cy="558165"/>
          </a:xfrm>
          <a:prstGeom prst="rect">
            <a:avLst/>
          </a:prstGeom>
          <a:solidFill>
            <a:srgbClr val="33B132"/>
          </a:solidFill>
        </p:spPr>
        <p:txBody>
          <a:bodyPr vert="horz" wrap="square" lIns="0" tIns="139700" rIns="0" bIns="0" rtlCol="0">
            <a:spAutoFit/>
          </a:bodyPr>
          <a:lstStyle/>
          <a:p>
            <a:pPr marL="1008380">
              <a:lnSpc>
                <a:spcPct val="100000"/>
              </a:lnSpc>
              <a:spcBef>
                <a:spcPts val="1100"/>
              </a:spcBef>
            </a:pPr>
            <a:r>
              <a:rPr sz="1800" spc="145" dirty="0">
                <a:solidFill>
                  <a:srgbClr val="FFFFFF"/>
                </a:solidFill>
                <a:latin typeface="Tahoma"/>
                <a:cs typeface="Tahoma"/>
              </a:rPr>
              <a:t>MARKET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Tahoma"/>
                <a:cs typeface="Tahoma"/>
              </a:rPr>
              <a:t>IMPACT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2985" y="1421891"/>
            <a:ext cx="3837940" cy="559435"/>
          </a:xfrm>
          <a:prstGeom prst="rect">
            <a:avLst/>
          </a:prstGeom>
          <a:solidFill>
            <a:srgbClr val="00B1A8"/>
          </a:solidFill>
        </p:spPr>
        <p:txBody>
          <a:bodyPr vert="horz" wrap="square" lIns="0" tIns="139700" rIns="0" bIns="0" rtlCol="0">
            <a:spAutoFit/>
          </a:bodyPr>
          <a:lstStyle/>
          <a:p>
            <a:pPr marL="1099820">
              <a:lnSpc>
                <a:spcPct val="100000"/>
              </a:lnSpc>
              <a:spcBef>
                <a:spcPts val="1100"/>
              </a:spcBef>
            </a:pPr>
            <a:r>
              <a:rPr sz="1800" spc="130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Tahoma"/>
                <a:cs typeface="Tahoma"/>
              </a:rPr>
              <a:t>REACH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3333" y="1421891"/>
            <a:ext cx="3870960" cy="558165"/>
          </a:xfrm>
          <a:prstGeom prst="rect">
            <a:avLst/>
          </a:prstGeom>
          <a:solidFill>
            <a:srgbClr val="CF0071"/>
          </a:solidFill>
        </p:spPr>
        <p:txBody>
          <a:bodyPr vert="horz" wrap="square" lIns="0" tIns="13970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1100"/>
              </a:spcBef>
            </a:pPr>
            <a:r>
              <a:rPr sz="1800" spc="1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ahoma"/>
                <a:cs typeface="Tahoma"/>
              </a:rPr>
              <a:t>HERITAGE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Tahoma"/>
                <a:cs typeface="Tahoma"/>
              </a:rPr>
              <a:t>INNOVATION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3333" y="1979675"/>
            <a:ext cx="3870960" cy="1790700"/>
          </a:xfrm>
          <a:prstGeom prst="rect">
            <a:avLst/>
          </a:prstGeom>
          <a:solidFill>
            <a:srgbClr val="E1FA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830"/>
              </a:spcBef>
            </a:pPr>
            <a:r>
              <a:rPr sz="1400" spc="90" dirty="0">
                <a:latin typeface="Tahoma"/>
                <a:cs typeface="Tahoma"/>
              </a:rPr>
              <a:t>LIFE-</a:t>
            </a:r>
            <a:r>
              <a:rPr sz="1400" spc="110" dirty="0">
                <a:latin typeface="Tahoma"/>
                <a:cs typeface="Tahoma"/>
              </a:rPr>
              <a:t>CHANGING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80" dirty="0">
                <a:latin typeface="Tahoma"/>
                <a:cs typeface="Tahoma"/>
              </a:rPr>
              <a:t>TECHNOLOGIES</a:t>
            </a:r>
            <a:endParaRPr sz="1400">
              <a:latin typeface="Tahoma"/>
              <a:cs typeface="Tahoma"/>
            </a:endParaRPr>
          </a:p>
          <a:p>
            <a:pPr marL="334645" indent="-120014">
              <a:lnSpc>
                <a:spcPct val="100000"/>
              </a:lnSpc>
              <a:spcBef>
                <a:spcPts val="1670"/>
              </a:spcBef>
              <a:buClr>
                <a:srgbClr val="684FA1"/>
              </a:buClr>
              <a:buFont typeface="Wingdings"/>
              <a:buChar char=""/>
              <a:tabLst>
                <a:tab pos="334645" algn="l"/>
                <a:tab pos="1631950" algn="l"/>
              </a:tabLst>
            </a:pPr>
            <a:r>
              <a:rPr sz="1400" spc="-25" dirty="0">
                <a:solidFill>
                  <a:srgbClr val="313131"/>
                </a:solidFill>
                <a:latin typeface="Tahoma"/>
                <a:cs typeface="Tahoma"/>
              </a:rPr>
              <a:t>DSL</a:t>
            </a:r>
            <a:r>
              <a:rPr sz="1400" dirty="0">
                <a:solidFill>
                  <a:srgbClr val="313131"/>
                </a:solidFill>
                <a:latin typeface="Tahoma"/>
                <a:cs typeface="Tahoma"/>
              </a:rPr>
              <a:t>	</a:t>
            </a:r>
            <a:r>
              <a:rPr sz="2100" baseline="1984" dirty="0">
                <a:solidFill>
                  <a:srgbClr val="684FA1"/>
                </a:solidFill>
                <a:latin typeface="Wingdings"/>
                <a:cs typeface="Wingdings"/>
              </a:rPr>
              <a:t></a:t>
            </a:r>
            <a:r>
              <a:rPr sz="2100" spc="-104" baseline="1984" dirty="0">
                <a:solidFill>
                  <a:srgbClr val="684FA1"/>
                </a:solidFill>
                <a:latin typeface="Times New Roman"/>
                <a:cs typeface="Times New Roman"/>
              </a:rPr>
              <a:t> </a:t>
            </a:r>
            <a:r>
              <a:rPr sz="2100" baseline="1984" dirty="0">
                <a:solidFill>
                  <a:srgbClr val="313131"/>
                </a:solidFill>
                <a:latin typeface="Tahoma"/>
                <a:cs typeface="Tahoma"/>
              </a:rPr>
              <a:t>Digital</a:t>
            </a:r>
            <a:r>
              <a:rPr sz="2100" spc="-30" baseline="1984" dirty="0">
                <a:solidFill>
                  <a:srgbClr val="313131"/>
                </a:solidFill>
                <a:latin typeface="Tahoma"/>
                <a:cs typeface="Tahoma"/>
              </a:rPr>
              <a:t> </a:t>
            </a:r>
            <a:r>
              <a:rPr sz="2100" baseline="1984" dirty="0">
                <a:solidFill>
                  <a:srgbClr val="313131"/>
                </a:solidFill>
                <a:latin typeface="Tahoma"/>
                <a:cs typeface="Tahoma"/>
              </a:rPr>
              <a:t>signal</a:t>
            </a:r>
            <a:r>
              <a:rPr sz="2100" spc="-44" baseline="1984" dirty="0">
                <a:solidFill>
                  <a:srgbClr val="313131"/>
                </a:solidFill>
                <a:latin typeface="Tahoma"/>
                <a:cs typeface="Tahoma"/>
              </a:rPr>
              <a:t> </a:t>
            </a:r>
            <a:r>
              <a:rPr sz="2100" spc="-15" baseline="1984" dirty="0">
                <a:solidFill>
                  <a:srgbClr val="313131"/>
                </a:solidFill>
                <a:latin typeface="Tahoma"/>
                <a:cs typeface="Tahoma"/>
              </a:rPr>
              <a:t>processing</a:t>
            </a:r>
            <a:endParaRPr sz="2100" baseline="1984">
              <a:latin typeface="Tahoma"/>
              <a:cs typeface="Tahoma"/>
            </a:endParaRPr>
          </a:p>
          <a:p>
            <a:pPr marL="334645" indent="-120014">
              <a:lnSpc>
                <a:spcPct val="100000"/>
              </a:lnSpc>
              <a:buClr>
                <a:srgbClr val="684FA1"/>
              </a:buClr>
              <a:buFont typeface="Wingdings"/>
              <a:buChar char=""/>
              <a:tabLst>
                <a:tab pos="334645" algn="l"/>
                <a:tab pos="1631950" algn="l"/>
              </a:tabLst>
            </a:pPr>
            <a:r>
              <a:rPr sz="1400" spc="-25" dirty="0">
                <a:solidFill>
                  <a:srgbClr val="313131"/>
                </a:solidFill>
                <a:latin typeface="Tahoma"/>
                <a:cs typeface="Tahoma"/>
              </a:rPr>
              <a:t>PON</a:t>
            </a:r>
            <a:r>
              <a:rPr sz="1400" dirty="0">
                <a:solidFill>
                  <a:srgbClr val="313131"/>
                </a:solidFill>
                <a:latin typeface="Tahoma"/>
                <a:cs typeface="Tahoma"/>
              </a:rPr>
              <a:t>	</a:t>
            </a:r>
            <a:r>
              <a:rPr sz="2100" baseline="1984" dirty="0">
                <a:solidFill>
                  <a:srgbClr val="684FA1"/>
                </a:solidFill>
                <a:latin typeface="Wingdings"/>
                <a:cs typeface="Wingdings"/>
              </a:rPr>
              <a:t></a:t>
            </a:r>
            <a:r>
              <a:rPr sz="2100" spc="-82" baseline="1984" dirty="0">
                <a:solidFill>
                  <a:srgbClr val="684FA1"/>
                </a:solidFill>
                <a:latin typeface="Times New Roman"/>
                <a:cs typeface="Times New Roman"/>
              </a:rPr>
              <a:t> </a:t>
            </a:r>
            <a:r>
              <a:rPr sz="2100" spc="-37" baseline="1984" dirty="0">
                <a:solidFill>
                  <a:srgbClr val="313131"/>
                </a:solidFill>
                <a:latin typeface="Tahoma"/>
                <a:cs typeface="Tahoma"/>
              </a:rPr>
              <a:t>CCD</a:t>
            </a:r>
            <a:endParaRPr sz="2100" baseline="1984">
              <a:latin typeface="Tahoma"/>
              <a:cs typeface="Tahoma"/>
            </a:endParaRPr>
          </a:p>
          <a:p>
            <a:pPr marL="334645" indent="-120014">
              <a:lnSpc>
                <a:spcPts val="1675"/>
              </a:lnSpc>
              <a:buClr>
                <a:srgbClr val="684FA1"/>
              </a:buClr>
              <a:buFont typeface="Wingdings"/>
              <a:buChar char=""/>
              <a:tabLst>
                <a:tab pos="334645" algn="l"/>
                <a:tab pos="1631950" algn="l"/>
              </a:tabLst>
            </a:pPr>
            <a:r>
              <a:rPr sz="1400" spc="-10" dirty="0">
                <a:solidFill>
                  <a:srgbClr val="313131"/>
                </a:solidFill>
                <a:latin typeface="Tahoma"/>
                <a:cs typeface="Tahoma"/>
              </a:rPr>
              <a:t>WiMAX</a:t>
            </a:r>
            <a:r>
              <a:rPr sz="1400" dirty="0">
                <a:solidFill>
                  <a:srgbClr val="313131"/>
                </a:solidFill>
                <a:latin typeface="Tahoma"/>
                <a:cs typeface="Tahoma"/>
              </a:rPr>
              <a:t>	</a:t>
            </a:r>
            <a:r>
              <a:rPr sz="2100" baseline="1984" dirty="0">
                <a:solidFill>
                  <a:srgbClr val="684FA1"/>
                </a:solidFill>
                <a:latin typeface="Wingdings"/>
                <a:cs typeface="Wingdings"/>
              </a:rPr>
              <a:t></a:t>
            </a:r>
            <a:r>
              <a:rPr sz="2100" spc="-104" baseline="1984" dirty="0">
                <a:solidFill>
                  <a:srgbClr val="684FA1"/>
                </a:solidFill>
                <a:latin typeface="Times New Roman"/>
                <a:cs typeface="Times New Roman"/>
              </a:rPr>
              <a:t> </a:t>
            </a:r>
            <a:r>
              <a:rPr sz="2100" baseline="1984" dirty="0">
                <a:solidFill>
                  <a:srgbClr val="313131"/>
                </a:solidFill>
                <a:latin typeface="Tahoma"/>
                <a:cs typeface="Tahoma"/>
              </a:rPr>
              <a:t>Communications</a:t>
            </a:r>
            <a:r>
              <a:rPr sz="2100" spc="-52" baseline="1984" dirty="0">
                <a:solidFill>
                  <a:srgbClr val="313131"/>
                </a:solidFill>
                <a:latin typeface="Tahoma"/>
                <a:cs typeface="Tahoma"/>
              </a:rPr>
              <a:t> </a:t>
            </a:r>
            <a:r>
              <a:rPr sz="2100" spc="-15" baseline="1984" dirty="0">
                <a:solidFill>
                  <a:srgbClr val="313131"/>
                </a:solidFill>
                <a:latin typeface="Tahoma"/>
                <a:cs typeface="Tahoma"/>
              </a:rPr>
              <a:t>satellites</a:t>
            </a:r>
            <a:endParaRPr sz="2100" baseline="1984">
              <a:latin typeface="Tahoma"/>
              <a:cs typeface="Tahoma"/>
            </a:endParaRPr>
          </a:p>
          <a:p>
            <a:pPr marL="334645" indent="-120014">
              <a:lnSpc>
                <a:spcPts val="1675"/>
              </a:lnSpc>
              <a:buClr>
                <a:srgbClr val="684FA1"/>
              </a:buClr>
              <a:buFont typeface="Wingdings"/>
              <a:buChar char=""/>
              <a:tabLst>
                <a:tab pos="334645" algn="l"/>
                <a:tab pos="1631950" algn="l"/>
              </a:tabLst>
            </a:pPr>
            <a:r>
              <a:rPr sz="1400" spc="-25" dirty="0">
                <a:solidFill>
                  <a:srgbClr val="313131"/>
                </a:solidFill>
                <a:latin typeface="Tahoma"/>
                <a:cs typeface="Tahoma"/>
              </a:rPr>
              <a:t>WDM</a:t>
            </a:r>
            <a:r>
              <a:rPr sz="1400" dirty="0">
                <a:solidFill>
                  <a:srgbClr val="313131"/>
                </a:solidFill>
                <a:latin typeface="Tahoma"/>
                <a:cs typeface="Tahoma"/>
              </a:rPr>
              <a:t>	</a:t>
            </a:r>
            <a:r>
              <a:rPr sz="2100" baseline="1984" dirty="0">
                <a:solidFill>
                  <a:srgbClr val="684FA1"/>
                </a:solidFill>
                <a:latin typeface="Wingdings"/>
                <a:cs typeface="Wingdings"/>
              </a:rPr>
              <a:t></a:t>
            </a:r>
            <a:r>
              <a:rPr sz="2100" spc="-82" baseline="1984" dirty="0">
                <a:solidFill>
                  <a:srgbClr val="684FA1"/>
                </a:solidFill>
                <a:latin typeface="Times New Roman"/>
                <a:cs typeface="Times New Roman"/>
              </a:rPr>
              <a:t> </a:t>
            </a:r>
            <a:r>
              <a:rPr sz="2100" baseline="1984" dirty="0">
                <a:solidFill>
                  <a:srgbClr val="313131"/>
                </a:solidFill>
                <a:latin typeface="Tahoma"/>
                <a:cs typeface="Tahoma"/>
              </a:rPr>
              <a:t>The</a:t>
            </a:r>
            <a:r>
              <a:rPr sz="2100" spc="-7" baseline="1984" dirty="0">
                <a:solidFill>
                  <a:srgbClr val="313131"/>
                </a:solidFill>
                <a:latin typeface="Tahoma"/>
                <a:cs typeface="Tahoma"/>
              </a:rPr>
              <a:t> </a:t>
            </a:r>
            <a:r>
              <a:rPr sz="2100" spc="-30" baseline="1984" dirty="0">
                <a:solidFill>
                  <a:srgbClr val="313131"/>
                </a:solidFill>
                <a:latin typeface="Tahoma"/>
                <a:cs typeface="Tahoma"/>
              </a:rPr>
              <a:t>laser</a:t>
            </a:r>
            <a:endParaRPr sz="2100" baseline="1984">
              <a:latin typeface="Tahoma"/>
              <a:cs typeface="Tahoma"/>
            </a:endParaRPr>
          </a:p>
          <a:p>
            <a:pPr marL="334010" indent="-119380">
              <a:lnSpc>
                <a:spcPct val="100000"/>
              </a:lnSpc>
              <a:buClr>
                <a:srgbClr val="684FA1"/>
              </a:buClr>
              <a:buFont typeface="Wingdings"/>
              <a:buChar char=""/>
              <a:tabLst>
                <a:tab pos="334010" algn="l"/>
                <a:tab pos="1631950" algn="l"/>
              </a:tabLst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0" dirty="0">
                <a:latin typeface="Tahoma"/>
                <a:cs typeface="Tahoma"/>
              </a:rPr>
              <a:t> transistor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2100" baseline="1984" dirty="0">
                <a:solidFill>
                  <a:srgbClr val="684FA1"/>
                </a:solidFill>
                <a:latin typeface="Wingdings"/>
                <a:cs typeface="Wingdings"/>
              </a:rPr>
              <a:t></a:t>
            </a:r>
            <a:r>
              <a:rPr sz="2100" spc="-89" baseline="1984" dirty="0">
                <a:solidFill>
                  <a:srgbClr val="684FA1"/>
                </a:solidFill>
                <a:latin typeface="Times New Roman"/>
                <a:cs typeface="Times New Roman"/>
              </a:rPr>
              <a:t> </a:t>
            </a:r>
            <a:r>
              <a:rPr sz="2100" baseline="1984" dirty="0">
                <a:solidFill>
                  <a:srgbClr val="313131"/>
                </a:solidFill>
                <a:latin typeface="Tahoma"/>
                <a:cs typeface="Tahoma"/>
              </a:rPr>
              <a:t>Cellular</a:t>
            </a:r>
            <a:r>
              <a:rPr sz="2100" spc="-44" baseline="1984" dirty="0">
                <a:solidFill>
                  <a:srgbClr val="313131"/>
                </a:solidFill>
                <a:latin typeface="Tahoma"/>
                <a:cs typeface="Tahoma"/>
              </a:rPr>
              <a:t> </a:t>
            </a:r>
            <a:r>
              <a:rPr sz="2100" spc="-15" baseline="1984" dirty="0">
                <a:solidFill>
                  <a:srgbClr val="313131"/>
                </a:solidFill>
                <a:latin typeface="Tahoma"/>
                <a:cs typeface="Tahoma"/>
              </a:rPr>
              <a:t>telephony</a:t>
            </a:r>
            <a:endParaRPr sz="2100" baseline="1984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3333" y="4168139"/>
            <a:ext cx="3860800" cy="558165"/>
          </a:xfrm>
          <a:prstGeom prst="rect">
            <a:avLst/>
          </a:prstGeom>
          <a:solidFill>
            <a:srgbClr val="402D5D"/>
          </a:solidFill>
        </p:spPr>
        <p:txBody>
          <a:bodyPr vert="horz" wrap="square" lIns="0" tIns="2540" rIns="0" bIns="0" rtlCol="0">
            <a:spAutoFit/>
          </a:bodyPr>
          <a:lstStyle/>
          <a:p>
            <a:pPr marL="1120140" marR="69850" indent="-906780">
              <a:lnSpc>
                <a:spcPct val="100000"/>
              </a:lnSpc>
              <a:spcBef>
                <a:spcPts val="20"/>
              </a:spcBef>
            </a:pPr>
            <a:r>
              <a:rPr sz="1800" spc="145" dirty="0">
                <a:solidFill>
                  <a:srgbClr val="FFFFFF"/>
                </a:solidFill>
                <a:latin typeface="Tahoma"/>
                <a:cs typeface="Tahoma"/>
              </a:rPr>
              <a:t>DEFINING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Tahoma"/>
                <a:cs typeface="Tahoma"/>
              </a:rPr>
              <a:t>FOREFRONT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800" spc="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Tahoma"/>
                <a:cs typeface="Tahoma"/>
              </a:rPr>
              <a:t>INDUSTRY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53333" y="4725923"/>
            <a:ext cx="3860800" cy="1146468"/>
          </a:xfrm>
          <a:prstGeom prst="rect">
            <a:avLst/>
          </a:prstGeom>
          <a:solidFill>
            <a:srgbClr val="E1FAFF"/>
          </a:solidFill>
        </p:spPr>
        <p:txBody>
          <a:bodyPr vert="horz" wrap="square" lIns="0" tIns="6604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520"/>
              </a:spcBef>
            </a:pPr>
            <a:r>
              <a:rPr sz="1400" spc="120" dirty="0">
                <a:latin typeface="Tahoma"/>
                <a:cs typeface="Tahoma"/>
              </a:rPr>
              <a:t>2010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95" dirty="0">
                <a:latin typeface="Tahoma"/>
                <a:cs typeface="Tahoma"/>
              </a:rPr>
              <a:t>BREAKTHROUGHS</a:t>
            </a:r>
            <a:endParaRPr sz="1400" dirty="0">
              <a:latin typeface="Tahoma"/>
              <a:cs typeface="Tahoma"/>
            </a:endParaRPr>
          </a:p>
          <a:p>
            <a:pPr marL="330200" indent="-116839">
              <a:lnSpc>
                <a:spcPct val="100000"/>
              </a:lnSpc>
              <a:spcBef>
                <a:spcPts val="1664"/>
              </a:spcBef>
              <a:buClr>
                <a:srgbClr val="684FA1"/>
              </a:buClr>
              <a:buFont typeface="Wingdings"/>
              <a:buChar char=""/>
              <a:tabLst>
                <a:tab pos="330200" algn="l"/>
              </a:tabLst>
            </a:pPr>
            <a:r>
              <a:rPr lang="en-US" sz="1400" spc="-10" dirty="0" err="1">
                <a:latin typeface="Tahoma"/>
                <a:cs typeface="Tahoma"/>
              </a:rPr>
              <a:t>waveTech</a:t>
            </a:r>
            <a:endParaRPr sz="1350" baseline="24691" dirty="0">
              <a:latin typeface="Tahoma"/>
              <a:cs typeface="Tahoma"/>
            </a:endParaRPr>
          </a:p>
          <a:p>
            <a:pPr marL="330200" indent="-116839">
              <a:lnSpc>
                <a:spcPct val="100000"/>
              </a:lnSpc>
              <a:buClr>
                <a:srgbClr val="684FA1"/>
              </a:buClr>
              <a:buFont typeface="Wingdings"/>
              <a:buChar char=""/>
              <a:tabLst>
                <a:tab pos="330200" algn="l"/>
              </a:tabLst>
            </a:pPr>
            <a:r>
              <a:rPr sz="1400" dirty="0">
                <a:latin typeface="Tahoma"/>
                <a:cs typeface="Tahoma"/>
              </a:rPr>
              <a:t>100G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optical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transmission</a:t>
            </a:r>
            <a:endParaRPr sz="1400" dirty="0">
              <a:latin typeface="Tahoma"/>
              <a:cs typeface="Tahoma"/>
            </a:endParaRPr>
          </a:p>
          <a:p>
            <a:pPr marL="330200" indent="-116839">
              <a:lnSpc>
                <a:spcPct val="100000"/>
              </a:lnSpc>
              <a:buClr>
                <a:srgbClr val="684FA1"/>
              </a:buClr>
              <a:buFont typeface="Wingdings"/>
              <a:buChar char=""/>
              <a:tabLst>
                <a:tab pos="330200" algn="l"/>
              </a:tabLst>
            </a:pPr>
            <a:r>
              <a:rPr sz="1400" dirty="0">
                <a:latin typeface="Tahoma"/>
                <a:cs typeface="Tahoma"/>
              </a:rPr>
              <a:t>DSL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Phantom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Mode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42016" y="2485744"/>
            <a:ext cx="1176020" cy="94741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16839" indent="-116839">
              <a:lnSpc>
                <a:spcPct val="100000"/>
              </a:lnSpc>
              <a:spcBef>
                <a:spcPts val="229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spc="-10" dirty="0">
                <a:latin typeface="Tahoma"/>
                <a:cs typeface="Tahoma"/>
              </a:rPr>
              <a:t>India</a:t>
            </a:r>
            <a:endParaRPr sz="1400">
              <a:latin typeface="Tahoma"/>
              <a:cs typeface="Tahoma"/>
            </a:endParaRPr>
          </a:p>
          <a:p>
            <a:pPr marL="116839" indent="-116839">
              <a:lnSpc>
                <a:spcPct val="100000"/>
              </a:lnSpc>
              <a:spcBef>
                <a:spcPts val="130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spc="-10" dirty="0">
                <a:latin typeface="Tahoma"/>
                <a:cs typeface="Tahoma"/>
              </a:rPr>
              <a:t>Ireland</a:t>
            </a:r>
            <a:endParaRPr sz="1400">
              <a:latin typeface="Tahoma"/>
              <a:cs typeface="Tahoma"/>
            </a:endParaRPr>
          </a:p>
          <a:p>
            <a:pPr marL="116839" indent="-116839">
              <a:lnSpc>
                <a:spcPct val="100000"/>
              </a:lnSpc>
              <a:spcBef>
                <a:spcPts val="145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dirty="0">
                <a:latin typeface="Tahoma"/>
                <a:cs typeface="Tahoma"/>
              </a:rPr>
              <a:t>South</a:t>
            </a:r>
            <a:r>
              <a:rPr sz="1400" spc="-10" dirty="0">
                <a:latin typeface="Tahoma"/>
                <a:cs typeface="Tahoma"/>
              </a:rPr>
              <a:t> Korea</a:t>
            </a:r>
            <a:endParaRPr sz="1400">
              <a:latin typeface="Tahoma"/>
              <a:cs typeface="Tahoma"/>
            </a:endParaRPr>
          </a:p>
          <a:p>
            <a:pPr marL="116839" indent="-116839">
              <a:lnSpc>
                <a:spcPct val="100000"/>
              </a:lnSpc>
              <a:spcBef>
                <a:spcPts val="135"/>
              </a:spcBef>
              <a:buClr>
                <a:srgbClr val="684FA1"/>
              </a:buClr>
              <a:buFont typeface="Wingdings"/>
              <a:buChar char=""/>
              <a:tabLst>
                <a:tab pos="116839" algn="l"/>
              </a:tabLst>
            </a:pPr>
            <a:r>
              <a:rPr sz="1400" dirty="0">
                <a:latin typeface="Tahoma"/>
                <a:cs typeface="Tahoma"/>
              </a:rPr>
              <a:t>United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States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210952" y="506983"/>
            <a:ext cx="6896100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70"/>
              </a:lnSpc>
              <a:spcBef>
                <a:spcPts val="95"/>
              </a:spcBef>
            </a:pPr>
            <a:r>
              <a:rPr lang="en-US" spc="200" dirty="0"/>
              <a:t>BELTHAZAR</a:t>
            </a:r>
            <a:r>
              <a:rPr spc="-40" dirty="0"/>
              <a:t> </a:t>
            </a:r>
            <a:r>
              <a:rPr spc="204" dirty="0"/>
              <a:t>LABS</a:t>
            </a:r>
          </a:p>
          <a:p>
            <a:pPr marL="12700">
              <a:lnSpc>
                <a:spcPts val="3170"/>
              </a:lnSpc>
            </a:pPr>
            <a:r>
              <a:rPr spc="225" dirty="0"/>
              <a:t>INNOVATING</a:t>
            </a:r>
            <a:r>
              <a:rPr spc="-55" dirty="0"/>
              <a:t> </a:t>
            </a:r>
            <a:r>
              <a:rPr spc="150" dirty="0"/>
              <a:t>AT</a:t>
            </a:r>
            <a:r>
              <a:rPr spc="-60" dirty="0"/>
              <a:t> </a:t>
            </a:r>
            <a:r>
              <a:rPr spc="145" dirty="0"/>
              <a:t>THE</a:t>
            </a:r>
            <a:r>
              <a:rPr spc="-45" dirty="0"/>
              <a:t> </a:t>
            </a:r>
            <a:r>
              <a:rPr spc="195" dirty="0"/>
              <a:t>SPEED</a:t>
            </a:r>
            <a:r>
              <a:rPr spc="-45" dirty="0"/>
              <a:t> </a:t>
            </a:r>
            <a:r>
              <a:rPr spc="170" dirty="0"/>
              <a:t>OF</a:t>
            </a:r>
            <a:r>
              <a:rPr spc="-35" dirty="0"/>
              <a:t> </a:t>
            </a:r>
            <a:r>
              <a:rPr spc="200" dirty="0"/>
              <a:t>IDEAS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0397" y="1498091"/>
            <a:ext cx="8449310" cy="5029200"/>
            <a:chOff x="1080397" y="1498091"/>
            <a:chExt cx="8449310" cy="5029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261" y="1498091"/>
              <a:ext cx="8394188" cy="5029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7978" y="1615440"/>
              <a:ext cx="316992" cy="182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02842" y="1624584"/>
              <a:ext cx="231775" cy="12700"/>
            </a:xfrm>
            <a:custGeom>
              <a:avLst/>
              <a:gdLst/>
              <a:ahLst/>
              <a:cxnLst/>
              <a:rect l="l" t="t" r="r" b="b"/>
              <a:pathLst>
                <a:path w="231775" h="12700">
                  <a:moveTo>
                    <a:pt x="213359" y="0"/>
                  </a:moveTo>
                  <a:lnTo>
                    <a:pt x="231648" y="0"/>
                  </a:lnTo>
                </a:path>
                <a:path w="231775" h="12700">
                  <a:moveTo>
                    <a:pt x="60959" y="6096"/>
                  </a:moveTo>
                  <a:lnTo>
                    <a:pt x="146303" y="6096"/>
                  </a:lnTo>
                </a:path>
                <a:path w="231775" h="12700">
                  <a:moveTo>
                    <a:pt x="0" y="12192"/>
                  </a:moveTo>
                  <a:lnTo>
                    <a:pt x="36576" y="12192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8250" y="16489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6330" y="1627632"/>
              <a:ext cx="798576" cy="1219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52906" y="1716024"/>
              <a:ext cx="97790" cy="0"/>
            </a:xfrm>
            <a:custGeom>
              <a:avLst/>
              <a:gdLst/>
              <a:ahLst/>
              <a:cxnLst/>
              <a:rect l="l" t="t" r="r" b="b"/>
              <a:pathLst>
                <a:path w="97789">
                  <a:moveTo>
                    <a:pt x="0" y="0"/>
                  </a:moveTo>
                  <a:lnTo>
                    <a:pt x="9753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5866" y="17160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05306" y="17465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0233" y="1676400"/>
              <a:ext cx="1194816" cy="1036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4473" y="1731264"/>
              <a:ext cx="109728" cy="670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44473" y="1789176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5">
                  <a:moveTo>
                    <a:pt x="0" y="0"/>
                  </a:moveTo>
                  <a:lnTo>
                    <a:pt x="5486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18922" y="1755648"/>
              <a:ext cx="176784" cy="670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6330" y="1773936"/>
              <a:ext cx="1176528" cy="3047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547994" y="17952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87017" y="1807464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5">
                  <a:moveTo>
                    <a:pt x="0" y="0"/>
                  </a:moveTo>
                  <a:lnTo>
                    <a:pt x="5486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91817" y="1798320"/>
              <a:ext cx="688848" cy="182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85978" y="18196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0233" y="1804416"/>
              <a:ext cx="1170432" cy="304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84297" y="18196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22554" y="18257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10233" y="1825752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39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13866" y="18318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49658" y="1837944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91834" y="18379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4954" y="18440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44345" y="1856232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79770" y="18562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43306" y="1816608"/>
              <a:ext cx="237744" cy="7924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738250" y="1868424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80153" y="1816608"/>
              <a:ext cx="274320" cy="7924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39689" y="1786128"/>
              <a:ext cx="1231392" cy="12191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51882" y="1859280"/>
              <a:ext cx="195072" cy="1828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779898" y="187452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>
                  <a:moveTo>
                    <a:pt x="0" y="0"/>
                  </a:moveTo>
                  <a:lnTo>
                    <a:pt x="4876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10233" y="1822704"/>
              <a:ext cx="1310639" cy="10363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65098" y="188061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84810" y="1892808"/>
              <a:ext cx="4151629" cy="6350"/>
            </a:xfrm>
            <a:custGeom>
              <a:avLst/>
              <a:gdLst/>
              <a:ahLst/>
              <a:cxnLst/>
              <a:rect l="l" t="t" r="r" b="b"/>
              <a:pathLst>
                <a:path w="4151629" h="6350">
                  <a:moveTo>
                    <a:pt x="3956304" y="0"/>
                  </a:moveTo>
                  <a:lnTo>
                    <a:pt x="4145280" y="0"/>
                  </a:lnTo>
                </a:path>
                <a:path w="4151629" h="6350">
                  <a:moveTo>
                    <a:pt x="0" y="6096"/>
                  </a:moveTo>
                  <a:lnTo>
                    <a:pt x="85343" y="6096"/>
                  </a:lnTo>
                </a:path>
                <a:path w="4151629" h="6350">
                  <a:moveTo>
                    <a:pt x="3956304" y="6096"/>
                  </a:moveTo>
                  <a:lnTo>
                    <a:pt x="4151375" y="6096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82345" y="1911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94538" y="1911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22426" y="1911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59002" y="1911096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>
                  <a:moveTo>
                    <a:pt x="0" y="0"/>
                  </a:moveTo>
                  <a:lnTo>
                    <a:pt x="3048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92073" y="1865376"/>
              <a:ext cx="463296" cy="7315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24106" y="1822704"/>
              <a:ext cx="579120" cy="17068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878970" y="1923288"/>
              <a:ext cx="2914015" cy="0"/>
            </a:xfrm>
            <a:custGeom>
              <a:avLst/>
              <a:gdLst/>
              <a:ahLst/>
              <a:cxnLst/>
              <a:rect l="l" t="t" r="r" b="b"/>
              <a:pathLst>
                <a:path w="2914015">
                  <a:moveTo>
                    <a:pt x="0" y="0"/>
                  </a:moveTo>
                  <a:lnTo>
                    <a:pt x="426719" y="0"/>
                  </a:lnTo>
                </a:path>
                <a:path w="2914015">
                  <a:moveTo>
                    <a:pt x="2048255" y="0"/>
                  </a:moveTo>
                  <a:lnTo>
                    <a:pt x="291388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41626" y="19232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60426" y="1929384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>
                  <a:moveTo>
                    <a:pt x="0" y="0"/>
                  </a:moveTo>
                  <a:lnTo>
                    <a:pt x="1584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39689" y="1877568"/>
              <a:ext cx="1231391" cy="7315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335914" y="1935480"/>
              <a:ext cx="97790" cy="0"/>
            </a:xfrm>
            <a:custGeom>
              <a:avLst/>
              <a:gdLst/>
              <a:ahLst/>
              <a:cxnLst/>
              <a:rect l="l" t="t" r="r" b="b"/>
              <a:pathLst>
                <a:path w="97789">
                  <a:moveTo>
                    <a:pt x="0" y="0"/>
                  </a:moveTo>
                  <a:lnTo>
                    <a:pt x="9753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780153" y="19354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20089" y="1938528"/>
              <a:ext cx="36576" cy="609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817754" y="1941576"/>
              <a:ext cx="4249420" cy="30480"/>
            </a:xfrm>
            <a:custGeom>
              <a:avLst/>
              <a:gdLst/>
              <a:ahLst/>
              <a:cxnLst/>
              <a:rect l="l" t="t" r="r" b="b"/>
              <a:pathLst>
                <a:path w="4249420" h="30480">
                  <a:moveTo>
                    <a:pt x="3962400" y="0"/>
                  </a:moveTo>
                  <a:lnTo>
                    <a:pt x="4248911" y="0"/>
                  </a:lnTo>
                </a:path>
                <a:path w="4249420" h="30480">
                  <a:moveTo>
                    <a:pt x="0" y="18287"/>
                  </a:moveTo>
                  <a:lnTo>
                    <a:pt x="207263" y="18287"/>
                  </a:lnTo>
                </a:path>
                <a:path w="4249420" h="30480">
                  <a:moveTo>
                    <a:pt x="701040" y="18287"/>
                  </a:moveTo>
                  <a:lnTo>
                    <a:pt x="743711" y="18287"/>
                  </a:lnTo>
                </a:path>
                <a:path w="4249420" h="30480">
                  <a:moveTo>
                    <a:pt x="548640" y="24383"/>
                  </a:moveTo>
                  <a:lnTo>
                    <a:pt x="591311" y="24383"/>
                  </a:lnTo>
                </a:path>
                <a:path w="4249420" h="30480">
                  <a:moveTo>
                    <a:pt x="542544" y="30479"/>
                  </a:moveTo>
                  <a:lnTo>
                    <a:pt x="585215" y="30479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36058" y="1944624"/>
              <a:ext cx="1353311" cy="6095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27753" y="1889760"/>
              <a:ext cx="877823" cy="13411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81178" y="1877568"/>
              <a:ext cx="445008" cy="17068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921130" y="19903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469002" y="19903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877177" y="20025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26570" y="1987296"/>
              <a:ext cx="713231" cy="4267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433450" y="2008631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>
                  <a:moveTo>
                    <a:pt x="0" y="0"/>
                  </a:moveTo>
                  <a:lnTo>
                    <a:pt x="3048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53033" y="2005584"/>
              <a:ext cx="67056" cy="1219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38378" y="1926336"/>
              <a:ext cx="579119" cy="17678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21130" y="1926336"/>
              <a:ext cx="914400" cy="18287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098170" y="20147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83514" y="2014728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30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603370" y="1987296"/>
              <a:ext cx="2115312" cy="7924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134745" y="2045208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4">
                  <a:moveTo>
                    <a:pt x="0" y="0"/>
                  </a:moveTo>
                  <a:lnTo>
                    <a:pt x="4876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89610" y="20452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26570" y="2023872"/>
              <a:ext cx="1018031" cy="54863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726570" y="2063496"/>
              <a:ext cx="6986270" cy="24765"/>
            </a:xfrm>
            <a:custGeom>
              <a:avLst/>
              <a:gdLst/>
              <a:ahLst/>
              <a:cxnLst/>
              <a:rect l="l" t="t" r="r" b="b"/>
              <a:pathLst>
                <a:path w="6986270" h="24764">
                  <a:moveTo>
                    <a:pt x="6979919" y="0"/>
                  </a:moveTo>
                  <a:lnTo>
                    <a:pt x="6986015" y="0"/>
                  </a:lnTo>
                </a:path>
                <a:path w="6986270" h="24764">
                  <a:moveTo>
                    <a:pt x="780288" y="12192"/>
                  </a:moveTo>
                  <a:lnTo>
                    <a:pt x="804671" y="12192"/>
                  </a:lnTo>
                </a:path>
                <a:path w="6986270" h="24764">
                  <a:moveTo>
                    <a:pt x="993648" y="12192"/>
                  </a:moveTo>
                  <a:lnTo>
                    <a:pt x="1011936" y="12192"/>
                  </a:lnTo>
                </a:path>
                <a:path w="6986270" h="24764">
                  <a:moveTo>
                    <a:pt x="0" y="24384"/>
                  </a:moveTo>
                  <a:lnTo>
                    <a:pt x="957072" y="24384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56666" y="2097024"/>
              <a:ext cx="316992" cy="1828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786761" y="21061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08282" y="2048256"/>
              <a:ext cx="1481328" cy="14020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256666" y="2109216"/>
              <a:ext cx="457200" cy="3657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256666" y="214274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347338" y="2066544"/>
              <a:ext cx="2456688" cy="15239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427354" y="2139696"/>
              <a:ext cx="310896" cy="5486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720474" y="21793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757050" y="2185416"/>
              <a:ext cx="1122045" cy="0"/>
            </a:xfrm>
            <a:custGeom>
              <a:avLst/>
              <a:gdLst/>
              <a:ahLst/>
              <a:cxnLst/>
              <a:rect l="l" t="t" r="r" b="b"/>
              <a:pathLst>
                <a:path w="1122045">
                  <a:moveTo>
                    <a:pt x="0" y="0"/>
                  </a:moveTo>
                  <a:lnTo>
                    <a:pt x="112166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59514" y="2145792"/>
              <a:ext cx="1712976" cy="85343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27354" y="2188464"/>
              <a:ext cx="353568" cy="7315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073530" y="2109216"/>
              <a:ext cx="694944" cy="237743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353434" y="2182368"/>
              <a:ext cx="2377440" cy="6705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4110106" y="224028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8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189610" y="2206752"/>
              <a:ext cx="176783" cy="6095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29034" y="2231136"/>
              <a:ext cx="1463040" cy="3657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982345" y="2264664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>
                  <a:moveTo>
                    <a:pt x="0" y="0"/>
                  </a:moveTo>
                  <a:lnTo>
                    <a:pt x="10972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281050" y="22646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439545" y="2225040"/>
              <a:ext cx="353568" cy="54863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079626" y="2276856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0"/>
                  </a:moveTo>
                  <a:lnTo>
                    <a:pt x="56692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35146" y="2243328"/>
              <a:ext cx="2377439" cy="6705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16842" y="2261616"/>
              <a:ext cx="2206752" cy="54863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634617" y="2289048"/>
              <a:ext cx="177165" cy="0"/>
            </a:xfrm>
            <a:custGeom>
              <a:avLst/>
              <a:gdLst/>
              <a:ahLst/>
              <a:cxnLst/>
              <a:rect l="l" t="t" r="r" b="b"/>
              <a:pathLst>
                <a:path w="177164">
                  <a:moveTo>
                    <a:pt x="0" y="0"/>
                  </a:moveTo>
                  <a:lnTo>
                    <a:pt x="17678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629034" y="23073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BDBD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493129" y="23073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439545" y="2313432"/>
              <a:ext cx="1134110" cy="0"/>
            </a:xfrm>
            <a:custGeom>
              <a:avLst/>
              <a:gdLst/>
              <a:ahLst/>
              <a:cxnLst/>
              <a:rect l="l" t="t" r="r" b="b"/>
              <a:pathLst>
                <a:path w="1134110">
                  <a:moveTo>
                    <a:pt x="0" y="0"/>
                  </a:moveTo>
                  <a:lnTo>
                    <a:pt x="97535" y="0"/>
                  </a:lnTo>
                </a:path>
                <a:path w="1134110">
                  <a:moveTo>
                    <a:pt x="682751" y="0"/>
                  </a:moveTo>
                  <a:lnTo>
                    <a:pt x="113385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35146" y="2292096"/>
              <a:ext cx="2090928" cy="30479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8432170" y="2313432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>
                  <a:moveTo>
                    <a:pt x="0" y="0"/>
                  </a:moveTo>
                  <a:lnTo>
                    <a:pt x="4876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085722" y="23195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10746" y="2316480"/>
              <a:ext cx="1773935" cy="12191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3226186" y="2325624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359529" y="2316480"/>
              <a:ext cx="2036063" cy="3047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413882" y="2304288"/>
              <a:ext cx="286512" cy="54863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4628266" y="234391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0" y="0"/>
                  </a:moveTo>
                  <a:lnTo>
                    <a:pt x="6705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390009" y="2340863"/>
              <a:ext cx="1981200" cy="2438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622426" y="23561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694298" y="23561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16842" y="2316480"/>
              <a:ext cx="1920239" cy="85343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6530217" y="2362200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5">
                  <a:moveTo>
                    <a:pt x="0" y="0"/>
                  </a:moveTo>
                  <a:lnTo>
                    <a:pt x="5486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542666" y="2353055"/>
              <a:ext cx="97536" cy="24383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438265" y="2334768"/>
              <a:ext cx="182880" cy="5486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085209" y="2346960"/>
              <a:ext cx="2285999" cy="73151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8578474" y="238658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451226" y="2365248"/>
              <a:ext cx="268223" cy="54863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115690" y="23987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537082" y="2310384"/>
              <a:ext cx="353567" cy="17068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41226" y="2395727"/>
              <a:ext cx="1810511" cy="18287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103497" y="2410968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469514" y="24170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109594" y="2417063"/>
              <a:ext cx="2456815" cy="6350"/>
            </a:xfrm>
            <a:custGeom>
              <a:avLst/>
              <a:gdLst/>
              <a:ahLst/>
              <a:cxnLst/>
              <a:rect l="l" t="t" r="r" b="b"/>
              <a:pathLst>
                <a:path w="2456815" h="6350">
                  <a:moveTo>
                    <a:pt x="0" y="0"/>
                  </a:moveTo>
                  <a:lnTo>
                    <a:pt x="18288" y="0"/>
                  </a:lnTo>
                </a:path>
                <a:path w="2456815" h="6350">
                  <a:moveTo>
                    <a:pt x="432815" y="0"/>
                  </a:moveTo>
                  <a:lnTo>
                    <a:pt x="2249423" y="0"/>
                  </a:lnTo>
                </a:path>
                <a:path w="2456815" h="6350">
                  <a:moveTo>
                    <a:pt x="2395727" y="6096"/>
                  </a:moveTo>
                  <a:lnTo>
                    <a:pt x="2456688" y="6096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031370" y="2407919"/>
              <a:ext cx="1365504" cy="3657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043050" y="2346960"/>
              <a:ext cx="652272" cy="19507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1689994" y="24536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371978" y="2414016"/>
              <a:ext cx="3023616" cy="73151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4043050" y="2453640"/>
              <a:ext cx="4523740" cy="6350"/>
            </a:xfrm>
            <a:custGeom>
              <a:avLst/>
              <a:gdLst/>
              <a:ahLst/>
              <a:cxnLst/>
              <a:rect l="l" t="t" r="r" b="b"/>
              <a:pathLst>
                <a:path w="4523740" h="6350">
                  <a:moveTo>
                    <a:pt x="4456176" y="0"/>
                  </a:moveTo>
                  <a:lnTo>
                    <a:pt x="4523232" y="0"/>
                  </a:lnTo>
                </a:path>
                <a:path w="4523740" h="6350">
                  <a:moveTo>
                    <a:pt x="0" y="6096"/>
                  </a:moveTo>
                  <a:lnTo>
                    <a:pt x="432816" y="6096"/>
                  </a:lnTo>
                </a:path>
                <a:path w="4523740" h="6350">
                  <a:moveTo>
                    <a:pt x="4456176" y="6096"/>
                  </a:moveTo>
                  <a:lnTo>
                    <a:pt x="4523232" y="6096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049658" y="2438400"/>
              <a:ext cx="1389887" cy="54863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8499225" y="246583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09">
                  <a:moveTo>
                    <a:pt x="0" y="0"/>
                  </a:moveTo>
                  <a:lnTo>
                    <a:pt x="6705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549786" y="2414016"/>
              <a:ext cx="414527" cy="176783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524889" y="2474976"/>
              <a:ext cx="347471" cy="30479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8493129" y="2490216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0" y="0"/>
                  </a:moveTo>
                  <a:lnTo>
                    <a:pt x="7924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310250" y="2481072"/>
              <a:ext cx="42672" cy="18287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378073" y="2474976"/>
              <a:ext cx="2883408" cy="36575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805306" y="2502408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>
                  <a:moveTo>
                    <a:pt x="0" y="0"/>
                  </a:moveTo>
                  <a:lnTo>
                    <a:pt x="3048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323722" y="2487168"/>
              <a:ext cx="128016" cy="30479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3415161" y="251460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468746" y="2389632"/>
              <a:ext cx="176784" cy="201167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4628266" y="253898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8474841" y="2538983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>
                  <a:moveTo>
                    <a:pt x="0" y="0"/>
                  </a:moveTo>
                  <a:lnTo>
                    <a:pt x="14020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347594" y="2505455"/>
              <a:ext cx="2852927" cy="67055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2159386" y="254508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524889" y="25450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695322" y="25450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731897" y="25450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FDFD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353690" y="25450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500506" y="25511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530986" y="25511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628522" y="2551176"/>
              <a:ext cx="1073150" cy="0"/>
            </a:xfrm>
            <a:custGeom>
              <a:avLst/>
              <a:gdLst/>
              <a:ahLst/>
              <a:cxnLst/>
              <a:rect l="l" t="t" r="r" b="b"/>
              <a:pathLst>
                <a:path w="1073150">
                  <a:moveTo>
                    <a:pt x="0" y="0"/>
                  </a:moveTo>
                  <a:lnTo>
                    <a:pt x="158495" y="0"/>
                  </a:lnTo>
                </a:path>
                <a:path w="1073150">
                  <a:moveTo>
                    <a:pt x="999744" y="0"/>
                  </a:moveTo>
                  <a:lnTo>
                    <a:pt x="1042415" y="0"/>
                  </a:lnTo>
                </a:path>
                <a:path w="1073150">
                  <a:moveTo>
                    <a:pt x="1066800" y="0"/>
                  </a:moveTo>
                  <a:lnTo>
                    <a:pt x="10728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384682" y="25572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500506" y="25572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049145" y="2557272"/>
              <a:ext cx="250190" cy="0"/>
            </a:xfrm>
            <a:custGeom>
              <a:avLst/>
              <a:gdLst/>
              <a:ahLst/>
              <a:cxnLst/>
              <a:rect l="l" t="t" r="r" b="b"/>
              <a:pathLst>
                <a:path w="250189">
                  <a:moveTo>
                    <a:pt x="0" y="0"/>
                  </a:moveTo>
                  <a:lnTo>
                    <a:pt x="24993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616073" y="25572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165482" y="2563368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30">
                  <a:moveTo>
                    <a:pt x="0" y="0"/>
                  </a:moveTo>
                  <a:lnTo>
                    <a:pt x="12191" y="0"/>
                  </a:lnTo>
                </a:path>
                <a:path w="36830">
                  <a:moveTo>
                    <a:pt x="24383" y="0"/>
                  </a:moveTo>
                  <a:lnTo>
                    <a:pt x="3657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195962" y="25694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622170" y="25694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347594" y="2569463"/>
              <a:ext cx="177165" cy="0"/>
            </a:xfrm>
            <a:custGeom>
              <a:avLst/>
              <a:gdLst/>
              <a:ahLst/>
              <a:cxnLst/>
              <a:rect l="l" t="t" r="r" b="b"/>
              <a:pathLst>
                <a:path w="177164">
                  <a:moveTo>
                    <a:pt x="0" y="0"/>
                  </a:moveTo>
                  <a:lnTo>
                    <a:pt x="17678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823082" y="25694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372489" y="2575560"/>
              <a:ext cx="5248910" cy="6350"/>
            </a:xfrm>
            <a:custGeom>
              <a:avLst/>
              <a:gdLst/>
              <a:ahLst/>
              <a:cxnLst/>
              <a:rect l="l" t="t" r="r" b="b"/>
              <a:pathLst>
                <a:path w="5248909" h="6350">
                  <a:moveTo>
                    <a:pt x="0" y="0"/>
                  </a:moveTo>
                  <a:lnTo>
                    <a:pt x="30480" y="0"/>
                  </a:lnTo>
                </a:path>
                <a:path w="5248909" h="6350">
                  <a:moveTo>
                    <a:pt x="5102351" y="6096"/>
                  </a:moveTo>
                  <a:lnTo>
                    <a:pt x="5248656" y="6096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634361" y="25877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633338" y="258775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609978" y="2529840"/>
              <a:ext cx="213360" cy="128015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317626" y="2505455"/>
              <a:ext cx="518160" cy="207263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549786" y="2584704"/>
              <a:ext cx="67055" cy="12191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4055242" y="2599944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>
                  <a:moveTo>
                    <a:pt x="0" y="0"/>
                  </a:moveTo>
                  <a:lnTo>
                    <a:pt x="225552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128906" y="2493263"/>
              <a:ext cx="1139952" cy="280415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3439545" y="26182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043050" y="2542032"/>
              <a:ext cx="298704" cy="231647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3488314" y="2630424"/>
              <a:ext cx="774700" cy="18415"/>
            </a:xfrm>
            <a:custGeom>
              <a:avLst/>
              <a:gdLst/>
              <a:ahLst/>
              <a:cxnLst/>
              <a:rect l="l" t="t" r="r" b="b"/>
              <a:pathLst>
                <a:path w="774700" h="18414">
                  <a:moveTo>
                    <a:pt x="0" y="0"/>
                  </a:moveTo>
                  <a:lnTo>
                    <a:pt x="115823" y="0"/>
                  </a:lnTo>
                </a:path>
                <a:path w="774700" h="18414">
                  <a:moveTo>
                    <a:pt x="573024" y="0"/>
                  </a:moveTo>
                  <a:lnTo>
                    <a:pt x="774192" y="0"/>
                  </a:lnTo>
                </a:path>
                <a:path w="774700" h="18414">
                  <a:moveTo>
                    <a:pt x="579120" y="18287"/>
                  </a:moveTo>
                  <a:lnTo>
                    <a:pt x="761999" y="18287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195194" y="2566416"/>
              <a:ext cx="2919984" cy="201167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3470026" y="2679191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468746" y="2590800"/>
              <a:ext cx="182879" cy="256031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3744345" y="2685288"/>
              <a:ext cx="4876800" cy="24765"/>
            </a:xfrm>
            <a:custGeom>
              <a:avLst/>
              <a:gdLst/>
              <a:ahLst/>
              <a:cxnLst/>
              <a:rect l="l" t="t" r="r" b="b"/>
              <a:pathLst>
                <a:path w="4876800" h="24764">
                  <a:moveTo>
                    <a:pt x="4767071" y="0"/>
                  </a:moveTo>
                  <a:lnTo>
                    <a:pt x="4876800" y="0"/>
                  </a:lnTo>
                </a:path>
                <a:path w="4876800" h="24764">
                  <a:moveTo>
                    <a:pt x="335279" y="6096"/>
                  </a:moveTo>
                  <a:lnTo>
                    <a:pt x="493775" y="6096"/>
                  </a:lnTo>
                </a:path>
                <a:path w="4876800" h="24764">
                  <a:moveTo>
                    <a:pt x="0" y="24384"/>
                  </a:moveTo>
                  <a:lnTo>
                    <a:pt x="6095" y="24384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945258" y="2709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695578" y="2734055"/>
              <a:ext cx="73660" cy="36830"/>
            </a:xfrm>
            <a:custGeom>
              <a:avLst/>
              <a:gdLst/>
              <a:ahLst/>
              <a:cxnLst/>
              <a:rect l="l" t="t" r="r" b="b"/>
              <a:pathLst>
                <a:path w="73660" h="36830">
                  <a:moveTo>
                    <a:pt x="30479" y="0"/>
                  </a:moveTo>
                  <a:lnTo>
                    <a:pt x="60960" y="0"/>
                  </a:lnTo>
                </a:path>
                <a:path w="73660" h="36830">
                  <a:moveTo>
                    <a:pt x="12191" y="24383"/>
                  </a:moveTo>
                  <a:lnTo>
                    <a:pt x="67056" y="24383"/>
                  </a:lnTo>
                </a:path>
                <a:path w="73660" h="36830">
                  <a:moveTo>
                    <a:pt x="0" y="36575"/>
                  </a:moveTo>
                  <a:lnTo>
                    <a:pt x="73152" y="36575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4" name="object 17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232538" y="2731008"/>
              <a:ext cx="950976" cy="67055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688970" y="2761488"/>
              <a:ext cx="2505455" cy="30479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5061082" y="27828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061082" y="2788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5201290" y="2788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5213482" y="2788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256922" y="2788919"/>
              <a:ext cx="6364605" cy="6350"/>
            </a:xfrm>
            <a:custGeom>
              <a:avLst/>
              <a:gdLst/>
              <a:ahLst/>
              <a:cxnLst/>
              <a:rect l="l" t="t" r="r" b="b"/>
              <a:pathLst>
                <a:path w="6364605" h="6350">
                  <a:moveTo>
                    <a:pt x="5852160" y="0"/>
                  </a:moveTo>
                  <a:lnTo>
                    <a:pt x="5864351" y="0"/>
                  </a:lnTo>
                </a:path>
                <a:path w="6364605" h="6350">
                  <a:moveTo>
                    <a:pt x="0" y="6096"/>
                  </a:moveTo>
                  <a:lnTo>
                    <a:pt x="932688" y="6096"/>
                  </a:lnTo>
                </a:path>
                <a:path w="6364605" h="6350">
                  <a:moveTo>
                    <a:pt x="6315456" y="6095"/>
                  </a:moveTo>
                  <a:lnTo>
                    <a:pt x="6364223" y="6095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195194" y="2767583"/>
              <a:ext cx="286512" cy="79247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8584570" y="2819400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>
                  <a:moveTo>
                    <a:pt x="0" y="0"/>
                  </a:moveTo>
                  <a:lnTo>
                    <a:pt x="3048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5018409" y="283159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5018409" y="28498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201290" y="2822448"/>
              <a:ext cx="91440" cy="42671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4945258" y="28620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EDEDE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402970" y="2874263"/>
              <a:ext cx="372110" cy="0"/>
            </a:xfrm>
            <a:custGeom>
              <a:avLst/>
              <a:gdLst/>
              <a:ahLst/>
              <a:cxnLst/>
              <a:rect l="l" t="t" r="r" b="b"/>
              <a:pathLst>
                <a:path w="372110">
                  <a:moveTo>
                    <a:pt x="0" y="0"/>
                  </a:moveTo>
                  <a:lnTo>
                    <a:pt x="37185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939161" y="28742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329306" y="2840736"/>
              <a:ext cx="158496" cy="60959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5560953" y="28742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220346" y="2798063"/>
              <a:ext cx="1091184" cy="164591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2244730" y="2886455"/>
              <a:ext cx="3328670" cy="6350"/>
            </a:xfrm>
            <a:custGeom>
              <a:avLst/>
              <a:gdLst/>
              <a:ahLst/>
              <a:cxnLst/>
              <a:rect l="l" t="t" r="r" b="b"/>
              <a:pathLst>
                <a:path w="3328670" h="6350">
                  <a:moveTo>
                    <a:pt x="0" y="0"/>
                  </a:moveTo>
                  <a:lnTo>
                    <a:pt x="1060703" y="0"/>
                  </a:lnTo>
                </a:path>
                <a:path w="3328670" h="6350">
                  <a:moveTo>
                    <a:pt x="3304031" y="0"/>
                  </a:moveTo>
                  <a:lnTo>
                    <a:pt x="3328415" y="0"/>
                  </a:lnTo>
                </a:path>
                <a:path w="3328670" h="6350">
                  <a:moveTo>
                    <a:pt x="0" y="6096"/>
                  </a:moveTo>
                  <a:lnTo>
                    <a:pt x="1060703" y="6096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268346" y="2871216"/>
              <a:ext cx="213359" cy="54863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238634" y="2712719"/>
              <a:ext cx="1639823" cy="298703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902585" y="2846832"/>
              <a:ext cx="164592" cy="146303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4969641" y="29474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FDFD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262250" y="2913888"/>
              <a:ext cx="182879" cy="60959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4969641" y="29535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4926970" y="29596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5408553" y="29718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4987929" y="29900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5359785" y="299618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FDFD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5280538" y="300228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>
                  <a:moveTo>
                    <a:pt x="0" y="0"/>
                  </a:moveTo>
                  <a:lnTo>
                    <a:pt x="4876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859914" y="2767583"/>
              <a:ext cx="3407663" cy="47548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244730" y="2968752"/>
              <a:ext cx="1633728" cy="91439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5103753" y="30449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5189097" y="30510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8" name="object 208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263018" y="3054096"/>
              <a:ext cx="1609344" cy="67055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3799210" y="3118104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>
                  <a:moveTo>
                    <a:pt x="0" y="0"/>
                  </a:moveTo>
                  <a:lnTo>
                    <a:pt x="4876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104266" y="313639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1" name="object 21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177417" y="3121152"/>
              <a:ext cx="536447" cy="36575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2250826" y="3148584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616330" y="315468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756538" y="3121152"/>
              <a:ext cx="152400" cy="97535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5048890" y="316077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8432170" y="31607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7" name="object 21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220346" y="3121152"/>
              <a:ext cx="1432559" cy="103631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8322441" y="32034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8322441" y="3121152"/>
              <a:ext cx="128015" cy="170687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3878458" y="3209544"/>
              <a:ext cx="4541520" cy="6350"/>
            </a:xfrm>
            <a:custGeom>
              <a:avLst/>
              <a:gdLst/>
              <a:ahLst/>
              <a:cxnLst/>
              <a:rect l="l" t="t" r="r" b="b"/>
              <a:pathLst>
                <a:path w="4541520" h="6350">
                  <a:moveTo>
                    <a:pt x="0" y="0"/>
                  </a:moveTo>
                  <a:lnTo>
                    <a:pt x="18288" y="0"/>
                  </a:lnTo>
                </a:path>
                <a:path w="4541520" h="6350">
                  <a:moveTo>
                    <a:pt x="4450080" y="6096"/>
                  </a:moveTo>
                  <a:lnTo>
                    <a:pt x="4541519" y="6096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1" name="object 22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214250" y="3218687"/>
              <a:ext cx="1456944" cy="18287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4987929" y="3182112"/>
              <a:ext cx="914399" cy="73151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286378" y="3236975"/>
              <a:ext cx="1883663" cy="24383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214250" y="3230880"/>
              <a:ext cx="1493520" cy="42671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5896234" y="32522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5951097" y="3252215"/>
              <a:ext cx="238125" cy="0"/>
            </a:xfrm>
            <a:custGeom>
              <a:avLst/>
              <a:gdLst/>
              <a:ahLst/>
              <a:cxnLst/>
              <a:rect l="l" t="t" r="r" b="b"/>
              <a:pathLst>
                <a:path w="238125">
                  <a:moveTo>
                    <a:pt x="0" y="0"/>
                  </a:moveTo>
                  <a:lnTo>
                    <a:pt x="23774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8109082" y="32583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3323722" y="327050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938906" y="3270503"/>
              <a:ext cx="2407920" cy="0"/>
            </a:xfrm>
            <a:custGeom>
              <a:avLst/>
              <a:gdLst/>
              <a:ahLst/>
              <a:cxnLst/>
              <a:rect l="l" t="t" r="r" b="b"/>
              <a:pathLst>
                <a:path w="2407920">
                  <a:moveTo>
                    <a:pt x="0" y="0"/>
                  </a:moveTo>
                  <a:lnTo>
                    <a:pt x="219456" y="0"/>
                  </a:lnTo>
                </a:path>
                <a:path w="2407920">
                  <a:moveTo>
                    <a:pt x="2395728" y="0"/>
                  </a:moveTo>
                  <a:lnTo>
                    <a:pt x="2407919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8371210" y="327050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5829178" y="327660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32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5054985" y="3255263"/>
              <a:ext cx="719327" cy="48767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585850" y="3267456"/>
              <a:ext cx="42672" cy="30479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8346825" y="32826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8371210" y="32826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ADAD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208154" y="3288791"/>
              <a:ext cx="6169660" cy="0"/>
            </a:xfrm>
            <a:custGeom>
              <a:avLst/>
              <a:gdLst/>
              <a:ahLst/>
              <a:cxnLst/>
              <a:rect l="l" t="t" r="r" b="b"/>
              <a:pathLst>
                <a:path w="6169659">
                  <a:moveTo>
                    <a:pt x="0" y="0"/>
                  </a:moveTo>
                  <a:lnTo>
                    <a:pt x="871727" y="0"/>
                  </a:lnTo>
                </a:path>
                <a:path w="6169659">
                  <a:moveTo>
                    <a:pt x="6163056" y="0"/>
                  </a:moveTo>
                  <a:lnTo>
                    <a:pt x="616915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7" name="object 237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823082" y="3236975"/>
              <a:ext cx="2285999" cy="103631"/>
            </a:xfrm>
            <a:prstGeom prst="rect">
              <a:avLst/>
            </a:prstGeom>
          </p:spPr>
        </p:pic>
        <p:sp>
          <p:nvSpPr>
            <p:cNvPr id="238" name="object 238"/>
            <p:cNvSpPr/>
            <p:nvPr/>
          </p:nvSpPr>
          <p:spPr>
            <a:xfrm>
              <a:off x="3591945" y="33009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9" name="object 23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054985" y="3297936"/>
              <a:ext cx="682751" cy="36575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872106" y="3334512"/>
              <a:ext cx="390143" cy="24383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6261994" y="3334512"/>
              <a:ext cx="1822703" cy="24383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5213482" y="3355847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298826" y="33619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4" name="object 244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2195962" y="3267456"/>
              <a:ext cx="1328927" cy="195071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6292473" y="3352800"/>
              <a:ext cx="1773936" cy="30479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5884041" y="33802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274441" y="3328415"/>
              <a:ext cx="963167" cy="97535"/>
            </a:xfrm>
            <a:prstGeom prst="rect">
              <a:avLst/>
            </a:prstGeom>
          </p:spPr>
        </p:pic>
        <p:sp>
          <p:nvSpPr>
            <p:cNvPr id="248" name="object 248"/>
            <p:cNvSpPr/>
            <p:nvPr/>
          </p:nvSpPr>
          <p:spPr>
            <a:xfrm>
              <a:off x="7932298" y="338023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6298570" y="3392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9E9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0" name="object 250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4878202" y="3358896"/>
              <a:ext cx="286511" cy="91439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8352922" y="339851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5957194" y="34046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3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8255386" y="3291840"/>
              <a:ext cx="158496" cy="195071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5725546" y="342290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5" name="object 255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6292473" y="3383280"/>
              <a:ext cx="1676400" cy="73151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5688970" y="34290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725546" y="34290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8" name="object 258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426841" y="3425952"/>
              <a:ext cx="219456" cy="24383"/>
            </a:xfrm>
            <a:prstGeom prst="rect">
              <a:avLst/>
            </a:prstGeom>
          </p:spPr>
        </p:pic>
        <p:sp>
          <p:nvSpPr>
            <p:cNvPr id="259" name="object 259"/>
            <p:cNvSpPr/>
            <p:nvPr/>
          </p:nvSpPr>
          <p:spPr>
            <a:xfrm>
              <a:off x="7914010" y="3435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8304153" y="3435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1" name="object 261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5274441" y="3383280"/>
              <a:ext cx="42672" cy="91439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8011546" y="3377184"/>
              <a:ext cx="128016" cy="152399"/>
            </a:xfrm>
            <a:prstGeom prst="rect">
              <a:avLst/>
            </a:prstGeom>
          </p:spPr>
        </p:pic>
        <p:sp>
          <p:nvSpPr>
            <p:cNvPr id="263" name="object 263"/>
            <p:cNvSpPr/>
            <p:nvPr/>
          </p:nvSpPr>
          <p:spPr>
            <a:xfrm>
              <a:off x="8066410" y="3447287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5">
                  <a:moveTo>
                    <a:pt x="0" y="0"/>
                  </a:moveTo>
                  <a:lnTo>
                    <a:pt x="5486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4" name="object 264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146426" y="3444240"/>
              <a:ext cx="36575" cy="18287"/>
            </a:xfrm>
            <a:prstGeom prst="rect">
              <a:avLst/>
            </a:prstGeom>
          </p:spPr>
        </p:pic>
        <p:sp>
          <p:nvSpPr>
            <p:cNvPr id="265" name="object 265"/>
            <p:cNvSpPr/>
            <p:nvPr/>
          </p:nvSpPr>
          <p:spPr>
            <a:xfrm>
              <a:off x="7901817" y="3453384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59">
                  <a:moveTo>
                    <a:pt x="0" y="0"/>
                  </a:moveTo>
                  <a:lnTo>
                    <a:pt x="60960" y="0"/>
                  </a:lnTo>
                </a:path>
                <a:path w="226059">
                  <a:moveTo>
                    <a:pt x="164592" y="0"/>
                  </a:moveTo>
                  <a:lnTo>
                    <a:pt x="225552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3323722" y="34594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7" name="object 26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5548761" y="3444240"/>
              <a:ext cx="79248" cy="36575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5457322" y="3465575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5621914" y="3477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9E9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5457322" y="3489959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1" name="object 271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866009" y="3450336"/>
              <a:ext cx="615696" cy="128015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8188329" y="3480815"/>
              <a:ext cx="213359" cy="73151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5311017" y="35204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5231770" y="35326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8078601" y="35326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5591434" y="35387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8078601" y="35387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8" name="object 278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554858" y="3419856"/>
              <a:ext cx="2432304" cy="268223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5609722" y="354482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6095" y="0"/>
                  </a:lnTo>
                </a:path>
                <a:path w="18414">
                  <a:moveTo>
                    <a:pt x="12191" y="0"/>
                  </a:moveTo>
                  <a:lnTo>
                    <a:pt x="18287" y="0"/>
                  </a:lnTo>
                </a:path>
              </a:pathLst>
            </a:custGeom>
            <a:ln w="6095">
              <a:solidFill>
                <a:srgbClr val="DADAD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0" name="object 280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2226442" y="3462528"/>
              <a:ext cx="1097280" cy="256031"/>
            </a:xfrm>
            <a:prstGeom prst="rect">
              <a:avLst/>
            </a:prstGeom>
          </p:spPr>
        </p:pic>
        <p:sp>
          <p:nvSpPr>
            <p:cNvPr id="281" name="object 281"/>
            <p:cNvSpPr/>
            <p:nvPr/>
          </p:nvSpPr>
          <p:spPr>
            <a:xfrm>
              <a:off x="5780409" y="3550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5006217" y="357530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2323978" y="3617975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30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4683129" y="36484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2342266" y="3672840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80">
                  <a:moveTo>
                    <a:pt x="0" y="0"/>
                  </a:moveTo>
                  <a:lnTo>
                    <a:pt x="3048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847466" y="36850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7" name="object 287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8176138" y="3724656"/>
              <a:ext cx="12191" cy="6095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4737994" y="3572256"/>
              <a:ext cx="3261359" cy="249935"/>
            </a:xfrm>
            <a:prstGeom prst="rect">
              <a:avLst/>
            </a:prstGeom>
          </p:spPr>
        </p:pic>
        <p:pic>
          <p:nvPicPr>
            <p:cNvPr id="289" name="object 289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342266" y="3718559"/>
              <a:ext cx="438912" cy="73151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116458" y="3712463"/>
              <a:ext cx="128015" cy="73151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4683129" y="3755136"/>
              <a:ext cx="18288" cy="18287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3238378" y="37825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8151753" y="37825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2756794" y="37886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8151753" y="37886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2476378" y="3794759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19">
                  <a:moveTo>
                    <a:pt x="0" y="0"/>
                  </a:moveTo>
                  <a:lnTo>
                    <a:pt x="28651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3238378" y="379475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8151753" y="379475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3250570" y="38130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3213994" y="38191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3256666" y="38191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EDEDE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2506858" y="3825240"/>
              <a:ext cx="713740" cy="0"/>
            </a:xfrm>
            <a:custGeom>
              <a:avLst/>
              <a:gdLst/>
              <a:ahLst/>
              <a:cxnLst/>
              <a:rect l="l" t="t" r="r" b="b"/>
              <a:pathLst>
                <a:path w="713739">
                  <a:moveTo>
                    <a:pt x="0" y="0"/>
                  </a:moveTo>
                  <a:lnTo>
                    <a:pt x="237743" y="0"/>
                  </a:lnTo>
                </a:path>
                <a:path w="713739">
                  <a:moveTo>
                    <a:pt x="707136" y="0"/>
                  </a:moveTo>
                  <a:lnTo>
                    <a:pt x="71323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3256666" y="38252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4" name="object 304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5957194" y="3822191"/>
              <a:ext cx="359663" cy="12191"/>
            </a:xfrm>
            <a:prstGeom prst="rect">
              <a:avLst/>
            </a:prstGeom>
          </p:spPr>
        </p:pic>
        <p:sp>
          <p:nvSpPr>
            <p:cNvPr id="305" name="object 305"/>
            <p:cNvSpPr/>
            <p:nvPr/>
          </p:nvSpPr>
          <p:spPr>
            <a:xfrm>
              <a:off x="3256666" y="38313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6" name="object 306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408297" y="3816096"/>
              <a:ext cx="1609344" cy="30479"/>
            </a:xfrm>
            <a:prstGeom prst="rect">
              <a:avLst/>
            </a:prstGeom>
          </p:spPr>
        </p:pic>
        <p:sp>
          <p:nvSpPr>
            <p:cNvPr id="307" name="object 307"/>
            <p:cNvSpPr/>
            <p:nvPr/>
          </p:nvSpPr>
          <p:spPr>
            <a:xfrm>
              <a:off x="6304666" y="383133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3213994" y="38374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3274954" y="38374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9E9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6682617" y="3843528"/>
              <a:ext cx="97790" cy="0"/>
            </a:xfrm>
            <a:custGeom>
              <a:avLst/>
              <a:gdLst/>
              <a:ahLst/>
              <a:cxnLst/>
              <a:rect l="l" t="t" r="r" b="b"/>
              <a:pathLst>
                <a:path w="97790">
                  <a:moveTo>
                    <a:pt x="0" y="0"/>
                  </a:moveTo>
                  <a:lnTo>
                    <a:pt x="9753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3281050" y="38496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3226186" y="38618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2439802" y="38679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3281050" y="38679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2537338" y="3874008"/>
              <a:ext cx="201295" cy="0"/>
            </a:xfrm>
            <a:custGeom>
              <a:avLst/>
              <a:gdLst/>
              <a:ahLst/>
              <a:cxnLst/>
              <a:rect l="l" t="t" r="r" b="b"/>
              <a:pathLst>
                <a:path w="201294">
                  <a:moveTo>
                    <a:pt x="0" y="0"/>
                  </a:moveTo>
                  <a:lnTo>
                    <a:pt x="20116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6" name="object 316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7974970" y="3840480"/>
              <a:ext cx="42672" cy="67055"/>
            </a:xfrm>
            <a:prstGeom prst="rect">
              <a:avLst/>
            </a:prstGeom>
          </p:spPr>
        </p:pic>
        <p:pic>
          <p:nvPicPr>
            <p:cNvPr id="317" name="object 317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682617" y="3840480"/>
              <a:ext cx="1249679" cy="67055"/>
            </a:xfrm>
            <a:prstGeom prst="rect">
              <a:avLst/>
            </a:prstGeom>
          </p:spPr>
        </p:pic>
        <p:sp>
          <p:nvSpPr>
            <p:cNvPr id="318" name="object 318"/>
            <p:cNvSpPr/>
            <p:nvPr/>
          </p:nvSpPr>
          <p:spPr>
            <a:xfrm>
              <a:off x="7974970" y="3874008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3287145" y="3880103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0" y="0"/>
                  </a:moveTo>
                  <a:lnTo>
                    <a:pt x="6095" y="0"/>
                  </a:lnTo>
                </a:path>
                <a:path w="6350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0" name="object 320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4677034" y="3822191"/>
              <a:ext cx="1847088" cy="134111"/>
            </a:xfrm>
            <a:prstGeom prst="rect">
              <a:avLst/>
            </a:prstGeom>
          </p:spPr>
        </p:pic>
        <p:sp>
          <p:nvSpPr>
            <p:cNvPr id="321" name="object 321"/>
            <p:cNvSpPr/>
            <p:nvPr/>
          </p:nvSpPr>
          <p:spPr>
            <a:xfrm>
              <a:off x="7993258" y="39105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ADAD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2" name="object 322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6755770" y="3901440"/>
              <a:ext cx="1085087" cy="24383"/>
            </a:xfrm>
            <a:prstGeom prst="rect">
              <a:avLst/>
            </a:prstGeom>
          </p:spPr>
        </p:pic>
        <p:sp>
          <p:nvSpPr>
            <p:cNvPr id="323" name="object 323"/>
            <p:cNvSpPr/>
            <p:nvPr/>
          </p:nvSpPr>
          <p:spPr>
            <a:xfrm>
              <a:off x="3323722" y="39288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EDEDE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2915289" y="3934968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0" y="0"/>
                  </a:moveTo>
                  <a:lnTo>
                    <a:pt x="7924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5" name="object 325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761866" y="3925824"/>
              <a:ext cx="475487" cy="18287"/>
            </a:xfrm>
            <a:prstGeom prst="rect">
              <a:avLst/>
            </a:prstGeom>
          </p:spPr>
        </p:pic>
        <p:sp>
          <p:nvSpPr>
            <p:cNvPr id="326" name="object 326"/>
            <p:cNvSpPr/>
            <p:nvPr/>
          </p:nvSpPr>
          <p:spPr>
            <a:xfrm>
              <a:off x="2543434" y="3941063"/>
              <a:ext cx="207645" cy="0"/>
            </a:xfrm>
            <a:custGeom>
              <a:avLst/>
              <a:gdLst/>
              <a:ahLst/>
              <a:cxnLst/>
              <a:rect l="l" t="t" r="r" b="b"/>
              <a:pathLst>
                <a:path w="207644">
                  <a:moveTo>
                    <a:pt x="0" y="0"/>
                  </a:moveTo>
                  <a:lnTo>
                    <a:pt x="20726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7" name="object 327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7261738" y="3919728"/>
              <a:ext cx="536447" cy="42671"/>
            </a:xfrm>
            <a:prstGeom prst="rect">
              <a:avLst/>
            </a:prstGeom>
          </p:spPr>
        </p:pic>
        <p:sp>
          <p:nvSpPr>
            <p:cNvPr id="328" name="object 328"/>
            <p:cNvSpPr/>
            <p:nvPr/>
          </p:nvSpPr>
          <p:spPr>
            <a:xfrm>
              <a:off x="2543434" y="3947159"/>
              <a:ext cx="3962400" cy="6350"/>
            </a:xfrm>
            <a:custGeom>
              <a:avLst/>
              <a:gdLst/>
              <a:ahLst/>
              <a:cxnLst/>
              <a:rect l="l" t="t" r="r" b="b"/>
              <a:pathLst>
                <a:path w="3962400" h="6350">
                  <a:moveTo>
                    <a:pt x="365760" y="0"/>
                  </a:moveTo>
                  <a:lnTo>
                    <a:pt x="445007" y="0"/>
                  </a:lnTo>
                </a:path>
                <a:path w="3962400" h="6350">
                  <a:moveTo>
                    <a:pt x="0" y="6096"/>
                  </a:moveTo>
                  <a:lnTo>
                    <a:pt x="213359" y="6096"/>
                  </a:lnTo>
                </a:path>
                <a:path w="3962400" h="6350">
                  <a:moveTo>
                    <a:pt x="3486911" y="6095"/>
                  </a:moveTo>
                  <a:lnTo>
                    <a:pt x="3962399" y="6095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9" name="object 329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842138" y="3913631"/>
              <a:ext cx="152400" cy="85343"/>
            </a:xfrm>
            <a:prstGeom prst="rect">
              <a:avLst/>
            </a:prstGeom>
          </p:spPr>
        </p:pic>
        <p:sp>
          <p:nvSpPr>
            <p:cNvPr id="330" name="object 330"/>
            <p:cNvSpPr/>
            <p:nvPr/>
          </p:nvSpPr>
          <p:spPr>
            <a:xfrm>
              <a:off x="7743322" y="395935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1" name="object 331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6774058" y="3938015"/>
              <a:ext cx="414528" cy="48767"/>
            </a:xfrm>
            <a:prstGeom prst="rect">
              <a:avLst/>
            </a:prstGeom>
          </p:spPr>
        </p:pic>
        <p:sp>
          <p:nvSpPr>
            <p:cNvPr id="332" name="object 332"/>
            <p:cNvSpPr/>
            <p:nvPr/>
          </p:nvSpPr>
          <p:spPr>
            <a:xfrm>
              <a:off x="3329817" y="397154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7761610" y="39715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6847209" y="3977640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5">
                  <a:moveTo>
                    <a:pt x="0" y="0"/>
                  </a:moveTo>
                  <a:lnTo>
                    <a:pt x="32918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5" name="object 335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2391034" y="3785615"/>
              <a:ext cx="1213103" cy="426719"/>
            </a:xfrm>
            <a:prstGeom prst="rect">
              <a:avLst/>
            </a:prstGeom>
          </p:spPr>
        </p:pic>
        <p:sp>
          <p:nvSpPr>
            <p:cNvPr id="336" name="object 336"/>
            <p:cNvSpPr/>
            <p:nvPr/>
          </p:nvSpPr>
          <p:spPr>
            <a:xfrm>
              <a:off x="7158106" y="39837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7725034" y="3989831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2964058" y="39959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3470026" y="400202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6847209" y="4002024"/>
              <a:ext cx="908685" cy="6350"/>
            </a:xfrm>
            <a:custGeom>
              <a:avLst/>
              <a:gdLst/>
              <a:ahLst/>
              <a:cxnLst/>
              <a:rect l="l" t="t" r="r" b="b"/>
              <a:pathLst>
                <a:path w="908684" h="6350">
                  <a:moveTo>
                    <a:pt x="0" y="0"/>
                  </a:moveTo>
                  <a:lnTo>
                    <a:pt x="292608" y="0"/>
                  </a:lnTo>
                </a:path>
                <a:path w="908684" h="6350">
                  <a:moveTo>
                    <a:pt x="871727" y="0"/>
                  </a:moveTo>
                  <a:lnTo>
                    <a:pt x="908304" y="0"/>
                  </a:lnTo>
                </a:path>
                <a:path w="908684" h="6350">
                  <a:moveTo>
                    <a:pt x="871727" y="6095"/>
                  </a:moveTo>
                  <a:lnTo>
                    <a:pt x="908304" y="6095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8042025" y="40142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6865497" y="4056887"/>
              <a:ext cx="1188720" cy="0"/>
            </a:xfrm>
            <a:custGeom>
              <a:avLst/>
              <a:gdLst/>
              <a:ahLst/>
              <a:cxnLst/>
              <a:rect l="l" t="t" r="r" b="b"/>
              <a:pathLst>
                <a:path w="1188720">
                  <a:moveTo>
                    <a:pt x="0" y="0"/>
                  </a:moveTo>
                  <a:lnTo>
                    <a:pt x="219456" y="0"/>
                  </a:lnTo>
                </a:path>
                <a:path w="1188720">
                  <a:moveTo>
                    <a:pt x="1139952" y="0"/>
                  </a:moveTo>
                  <a:lnTo>
                    <a:pt x="1188719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3" name="object 343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7328794" y="3962400"/>
              <a:ext cx="438912" cy="249935"/>
            </a:xfrm>
            <a:prstGeom prst="rect">
              <a:avLst/>
            </a:prstGeom>
          </p:spPr>
        </p:pic>
        <p:sp>
          <p:nvSpPr>
            <p:cNvPr id="344" name="object 344"/>
            <p:cNvSpPr/>
            <p:nvPr/>
          </p:nvSpPr>
          <p:spPr>
            <a:xfrm>
              <a:off x="6877690" y="4093463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>
                  <a:moveTo>
                    <a:pt x="0" y="0"/>
                  </a:moveTo>
                  <a:lnTo>
                    <a:pt x="1584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5" name="object 345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6847209" y="3986784"/>
              <a:ext cx="304800" cy="262127"/>
            </a:xfrm>
            <a:prstGeom prst="rect">
              <a:avLst/>
            </a:prstGeom>
          </p:spPr>
        </p:pic>
        <p:sp>
          <p:nvSpPr>
            <p:cNvPr id="346" name="object 346"/>
            <p:cNvSpPr/>
            <p:nvPr/>
          </p:nvSpPr>
          <p:spPr>
            <a:xfrm>
              <a:off x="3604138" y="409955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7" name="object 347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7993258" y="4011168"/>
              <a:ext cx="146304" cy="195071"/>
            </a:xfrm>
            <a:prstGeom prst="rect">
              <a:avLst/>
            </a:prstGeom>
          </p:spPr>
        </p:pic>
        <p:sp>
          <p:nvSpPr>
            <p:cNvPr id="348" name="object 348"/>
            <p:cNvSpPr/>
            <p:nvPr/>
          </p:nvSpPr>
          <p:spPr>
            <a:xfrm>
              <a:off x="3604138" y="41056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8011546" y="41178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6895978" y="4123944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>
                  <a:moveTo>
                    <a:pt x="0" y="0"/>
                  </a:moveTo>
                  <a:lnTo>
                    <a:pt x="14020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3634617" y="41422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EDEDE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3640714" y="41483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8066410" y="4154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4" name="object 354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4664841" y="3956303"/>
              <a:ext cx="1840991" cy="414527"/>
            </a:xfrm>
            <a:prstGeom prst="rect">
              <a:avLst/>
            </a:prstGeom>
          </p:spPr>
        </p:pic>
        <p:sp>
          <p:nvSpPr>
            <p:cNvPr id="355" name="object 355"/>
            <p:cNvSpPr/>
            <p:nvPr/>
          </p:nvSpPr>
          <p:spPr>
            <a:xfrm>
              <a:off x="8096889" y="41666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FDFD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8121274" y="41727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BEBE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8139562" y="420319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7993258" y="420928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9" name="object 359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060313" y="4206240"/>
              <a:ext cx="67055" cy="12191"/>
            </a:xfrm>
            <a:prstGeom prst="rect">
              <a:avLst/>
            </a:prstGeom>
          </p:spPr>
        </p:pic>
        <p:sp>
          <p:nvSpPr>
            <p:cNvPr id="360" name="object 360"/>
            <p:cNvSpPr/>
            <p:nvPr/>
          </p:nvSpPr>
          <p:spPr>
            <a:xfrm>
              <a:off x="7993258" y="4215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8084698" y="4215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8102986" y="4215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BEBE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7487290" y="422148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7993258" y="42214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ADAD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5" name="object 365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7597017" y="4206240"/>
              <a:ext cx="134112" cy="42671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8060313" y="4212336"/>
              <a:ext cx="79248" cy="18287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2988442" y="4163568"/>
              <a:ext cx="621791" cy="91439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8066410" y="4224528"/>
              <a:ext cx="67055" cy="18287"/>
            </a:xfrm>
            <a:prstGeom prst="rect">
              <a:avLst/>
            </a:prstGeom>
          </p:spPr>
        </p:pic>
        <p:sp>
          <p:nvSpPr>
            <p:cNvPr id="369" name="object 369"/>
            <p:cNvSpPr/>
            <p:nvPr/>
          </p:nvSpPr>
          <p:spPr>
            <a:xfrm>
              <a:off x="8096889" y="4239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EDEDE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7036185" y="42458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8072506" y="4245863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8090794" y="42458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3183514" y="425195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4" name="object 374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7944489" y="4224528"/>
              <a:ext cx="54863" cy="48767"/>
            </a:xfrm>
            <a:prstGeom prst="rect">
              <a:avLst/>
            </a:prstGeom>
          </p:spPr>
        </p:pic>
        <p:sp>
          <p:nvSpPr>
            <p:cNvPr id="375" name="object 375"/>
            <p:cNvSpPr/>
            <p:nvPr/>
          </p:nvSpPr>
          <p:spPr>
            <a:xfrm>
              <a:off x="7962777" y="4251959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91" y="0"/>
                  </a:lnTo>
                </a:path>
                <a:path w="121920">
                  <a:moveTo>
                    <a:pt x="115824" y="0"/>
                  </a:moveTo>
                  <a:lnTo>
                    <a:pt x="121919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6" name="object 376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639689" y="4242815"/>
              <a:ext cx="42671" cy="18287"/>
            </a:xfrm>
            <a:prstGeom prst="rect">
              <a:avLst/>
            </a:prstGeom>
          </p:spPr>
        </p:pic>
        <p:sp>
          <p:nvSpPr>
            <p:cNvPr id="377" name="object 377"/>
            <p:cNvSpPr/>
            <p:nvPr/>
          </p:nvSpPr>
          <p:spPr>
            <a:xfrm>
              <a:off x="3067689" y="42641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7639689" y="42641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8096889" y="42702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0" name="object 380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6950841" y="4248912"/>
              <a:ext cx="128015" cy="85343"/>
            </a:xfrm>
            <a:prstGeom prst="rect">
              <a:avLst/>
            </a:prstGeom>
          </p:spPr>
        </p:pic>
        <p:pic>
          <p:nvPicPr>
            <p:cNvPr id="381" name="object 381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8060313" y="4236719"/>
              <a:ext cx="115824" cy="85343"/>
            </a:xfrm>
            <a:prstGeom prst="rect">
              <a:avLst/>
            </a:prstGeom>
          </p:spPr>
        </p:pic>
        <p:sp>
          <p:nvSpPr>
            <p:cNvPr id="382" name="object 382"/>
            <p:cNvSpPr/>
            <p:nvPr/>
          </p:nvSpPr>
          <p:spPr>
            <a:xfrm>
              <a:off x="7036185" y="4306824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3" name="object 383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8060313" y="4303775"/>
              <a:ext cx="109727" cy="36575"/>
            </a:xfrm>
            <a:prstGeom prst="rect">
              <a:avLst/>
            </a:prstGeom>
          </p:spPr>
        </p:pic>
        <p:sp>
          <p:nvSpPr>
            <p:cNvPr id="384" name="object 384"/>
            <p:cNvSpPr/>
            <p:nvPr/>
          </p:nvSpPr>
          <p:spPr>
            <a:xfrm>
              <a:off x="8115177" y="4331208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8163946" y="43312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7920106" y="4337303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7968874" y="43434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FDFD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8145658" y="43434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8145658" y="43494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5231770" y="436778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5268346" y="43677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2" name="object 392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7414138" y="4212336"/>
              <a:ext cx="219456" cy="249935"/>
            </a:xfrm>
            <a:prstGeom prst="rect">
              <a:avLst/>
            </a:prstGeom>
          </p:spPr>
        </p:pic>
        <p:sp>
          <p:nvSpPr>
            <p:cNvPr id="393" name="object 393"/>
            <p:cNvSpPr/>
            <p:nvPr/>
          </p:nvSpPr>
          <p:spPr>
            <a:xfrm>
              <a:off x="7725034" y="43921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7725034" y="43982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7420234" y="44165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6" name="object 396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7743322" y="4315968"/>
              <a:ext cx="390144" cy="164591"/>
            </a:xfrm>
            <a:prstGeom prst="rect">
              <a:avLst/>
            </a:prstGeom>
          </p:spPr>
        </p:pic>
        <p:sp>
          <p:nvSpPr>
            <p:cNvPr id="397" name="object 397"/>
            <p:cNvSpPr/>
            <p:nvPr/>
          </p:nvSpPr>
          <p:spPr>
            <a:xfrm>
              <a:off x="5323209" y="443484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8206617" y="44409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7462906" y="44470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BEBE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8133465" y="44470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1" name="object 401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5304922" y="4364736"/>
              <a:ext cx="957072" cy="170687"/>
            </a:xfrm>
            <a:prstGeom prst="rect">
              <a:avLst/>
            </a:prstGeom>
          </p:spPr>
        </p:pic>
        <p:sp>
          <p:nvSpPr>
            <p:cNvPr id="402" name="object 402"/>
            <p:cNvSpPr/>
            <p:nvPr/>
          </p:nvSpPr>
          <p:spPr>
            <a:xfrm>
              <a:off x="8127370" y="445312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8224906" y="44531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BDBD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7615306" y="44592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8035929" y="4459224"/>
              <a:ext cx="104139" cy="0"/>
            </a:xfrm>
            <a:custGeom>
              <a:avLst/>
              <a:gdLst/>
              <a:ahLst/>
              <a:cxnLst/>
              <a:rect l="l" t="t" r="r" b="b"/>
              <a:pathLst>
                <a:path w="104140">
                  <a:moveTo>
                    <a:pt x="0" y="0"/>
                  </a:moveTo>
                  <a:lnTo>
                    <a:pt x="12191" y="0"/>
                  </a:lnTo>
                </a:path>
                <a:path w="104140">
                  <a:moveTo>
                    <a:pt x="85344" y="0"/>
                  </a:moveTo>
                  <a:lnTo>
                    <a:pt x="103632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7469002" y="44653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7" name="object 407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194425" y="4443984"/>
              <a:ext cx="36576" cy="42671"/>
            </a:xfrm>
            <a:prstGeom prst="rect">
              <a:avLst/>
            </a:prstGeom>
          </p:spPr>
        </p:pic>
        <p:sp>
          <p:nvSpPr>
            <p:cNvPr id="408" name="object 408"/>
            <p:cNvSpPr/>
            <p:nvPr/>
          </p:nvSpPr>
          <p:spPr>
            <a:xfrm>
              <a:off x="7511673" y="4477512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0" y="0"/>
                  </a:moveTo>
                  <a:lnTo>
                    <a:pt x="8534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7609210" y="44775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8017641" y="44775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8011546" y="448970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8011546" y="44958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ADAD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8316346" y="44958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4" name="object 414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8200522" y="4480559"/>
              <a:ext cx="30479" cy="24383"/>
            </a:xfrm>
            <a:prstGeom prst="rect">
              <a:avLst/>
            </a:prstGeom>
          </p:spPr>
        </p:pic>
        <p:sp>
          <p:nvSpPr>
            <p:cNvPr id="415" name="object 415"/>
            <p:cNvSpPr/>
            <p:nvPr/>
          </p:nvSpPr>
          <p:spPr>
            <a:xfrm>
              <a:off x="8212713" y="450799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6" name="object 416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7505578" y="4462272"/>
              <a:ext cx="176784" cy="91439"/>
            </a:xfrm>
            <a:prstGeom prst="rect">
              <a:avLst/>
            </a:prstGeom>
          </p:spPr>
        </p:pic>
        <p:sp>
          <p:nvSpPr>
            <p:cNvPr id="417" name="object 417"/>
            <p:cNvSpPr/>
            <p:nvPr/>
          </p:nvSpPr>
          <p:spPr>
            <a:xfrm>
              <a:off x="7499482" y="451408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8" name="object 418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712841" y="4474463"/>
              <a:ext cx="408432" cy="85343"/>
            </a:xfrm>
            <a:prstGeom prst="rect">
              <a:avLst/>
            </a:prstGeom>
          </p:spPr>
        </p:pic>
        <p:sp>
          <p:nvSpPr>
            <p:cNvPr id="419" name="object 419"/>
            <p:cNvSpPr/>
            <p:nvPr/>
          </p:nvSpPr>
          <p:spPr>
            <a:xfrm>
              <a:off x="7499482" y="45201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3122554" y="45262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7505578" y="45262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5798697" y="4532375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0" y="0"/>
                  </a:moveTo>
                  <a:lnTo>
                    <a:pt x="28651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7505578" y="45323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7657977" y="4532375"/>
              <a:ext cx="268605" cy="0"/>
            </a:xfrm>
            <a:custGeom>
              <a:avLst/>
              <a:gdLst/>
              <a:ahLst/>
              <a:cxnLst/>
              <a:rect l="l" t="t" r="r" b="b"/>
              <a:pathLst>
                <a:path w="268604">
                  <a:moveTo>
                    <a:pt x="0" y="0"/>
                  </a:moveTo>
                  <a:lnTo>
                    <a:pt x="6095" y="0"/>
                  </a:lnTo>
                </a:path>
                <a:path w="268604">
                  <a:moveTo>
                    <a:pt x="12191" y="0"/>
                  </a:moveTo>
                  <a:lnTo>
                    <a:pt x="18287" y="0"/>
                  </a:lnTo>
                </a:path>
                <a:path w="268604">
                  <a:moveTo>
                    <a:pt x="115824" y="0"/>
                  </a:moveTo>
                  <a:lnTo>
                    <a:pt x="26822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5" name="object 425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8218810" y="4498847"/>
              <a:ext cx="329184" cy="73151"/>
            </a:xfrm>
            <a:prstGeom prst="rect">
              <a:avLst/>
            </a:prstGeom>
          </p:spPr>
        </p:pic>
        <p:sp>
          <p:nvSpPr>
            <p:cNvPr id="426" name="object 426"/>
            <p:cNvSpPr/>
            <p:nvPr/>
          </p:nvSpPr>
          <p:spPr>
            <a:xfrm>
              <a:off x="7670170" y="4550663"/>
              <a:ext cx="256540" cy="6350"/>
            </a:xfrm>
            <a:custGeom>
              <a:avLst/>
              <a:gdLst/>
              <a:ahLst/>
              <a:cxnLst/>
              <a:rect l="l" t="t" r="r" b="b"/>
              <a:pathLst>
                <a:path w="256540" h="6350">
                  <a:moveTo>
                    <a:pt x="0" y="0"/>
                  </a:moveTo>
                  <a:lnTo>
                    <a:pt x="12191" y="0"/>
                  </a:lnTo>
                </a:path>
                <a:path w="256540" h="6350">
                  <a:moveTo>
                    <a:pt x="6096" y="6095"/>
                  </a:moveTo>
                  <a:lnTo>
                    <a:pt x="18287" y="6095"/>
                  </a:lnTo>
                </a:path>
                <a:path w="256540" h="6350">
                  <a:moveTo>
                    <a:pt x="103632" y="6095"/>
                  </a:moveTo>
                  <a:lnTo>
                    <a:pt x="256032" y="6095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8767450" y="455675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9E9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8" name="object 428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7560441" y="4553712"/>
              <a:ext cx="170688" cy="18287"/>
            </a:xfrm>
            <a:prstGeom prst="rect">
              <a:avLst/>
            </a:prstGeom>
          </p:spPr>
        </p:pic>
        <p:sp>
          <p:nvSpPr>
            <p:cNvPr id="429" name="object 429"/>
            <p:cNvSpPr/>
            <p:nvPr/>
          </p:nvSpPr>
          <p:spPr>
            <a:xfrm>
              <a:off x="7682362" y="45628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7712841" y="45689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7725034" y="45689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9E9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2" name="object 432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7773801" y="4559808"/>
              <a:ext cx="152400" cy="30479"/>
            </a:xfrm>
            <a:prstGeom prst="rect">
              <a:avLst/>
            </a:prstGeom>
          </p:spPr>
        </p:pic>
        <p:sp>
          <p:nvSpPr>
            <p:cNvPr id="433" name="object 433"/>
            <p:cNvSpPr/>
            <p:nvPr/>
          </p:nvSpPr>
          <p:spPr>
            <a:xfrm>
              <a:off x="8322441" y="456895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8785738" y="45689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5" name="object 435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7981065" y="4553712"/>
              <a:ext cx="103632" cy="48767"/>
            </a:xfrm>
            <a:prstGeom prst="rect">
              <a:avLst/>
            </a:prstGeom>
          </p:spPr>
        </p:pic>
        <p:sp>
          <p:nvSpPr>
            <p:cNvPr id="436" name="object 436"/>
            <p:cNvSpPr/>
            <p:nvPr/>
          </p:nvSpPr>
          <p:spPr>
            <a:xfrm>
              <a:off x="8328538" y="45750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7" name="object 437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8163946" y="4572000"/>
              <a:ext cx="109728" cy="12191"/>
            </a:xfrm>
            <a:prstGeom prst="rect">
              <a:avLst/>
            </a:prstGeom>
          </p:spPr>
        </p:pic>
        <p:sp>
          <p:nvSpPr>
            <p:cNvPr id="438" name="object 438"/>
            <p:cNvSpPr/>
            <p:nvPr/>
          </p:nvSpPr>
          <p:spPr>
            <a:xfrm>
              <a:off x="8273674" y="45811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9" name="object 439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5323209" y="4535424"/>
              <a:ext cx="762000" cy="134111"/>
            </a:xfrm>
            <a:prstGeom prst="rect">
              <a:avLst/>
            </a:prstGeom>
          </p:spPr>
        </p:pic>
        <p:sp>
          <p:nvSpPr>
            <p:cNvPr id="440" name="object 440"/>
            <p:cNvSpPr/>
            <p:nvPr/>
          </p:nvSpPr>
          <p:spPr>
            <a:xfrm>
              <a:off x="8328538" y="45933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8816217" y="45933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2" name="object 442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8743065" y="4559808"/>
              <a:ext cx="79247" cy="73151"/>
            </a:xfrm>
            <a:prstGeom prst="rect">
              <a:avLst/>
            </a:prstGeom>
          </p:spPr>
        </p:pic>
        <p:sp>
          <p:nvSpPr>
            <p:cNvPr id="443" name="object 443"/>
            <p:cNvSpPr/>
            <p:nvPr/>
          </p:nvSpPr>
          <p:spPr>
            <a:xfrm>
              <a:off x="8816217" y="45994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9E9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4" name="object 444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7999353" y="4578096"/>
              <a:ext cx="85344" cy="42671"/>
            </a:xfrm>
            <a:prstGeom prst="rect">
              <a:avLst/>
            </a:prstGeom>
          </p:spPr>
        </p:pic>
        <p:sp>
          <p:nvSpPr>
            <p:cNvPr id="445" name="object 445"/>
            <p:cNvSpPr/>
            <p:nvPr/>
          </p:nvSpPr>
          <p:spPr>
            <a:xfrm>
              <a:off x="8791834" y="461162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5402458" y="46238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CD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7999353" y="4623815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8749162" y="46238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BEBE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7633594" y="4629912"/>
              <a:ext cx="390525" cy="0"/>
            </a:xfrm>
            <a:custGeom>
              <a:avLst/>
              <a:gdLst/>
              <a:ahLst/>
              <a:cxnLst/>
              <a:rect l="l" t="t" r="r" b="b"/>
              <a:pathLst>
                <a:path w="390525">
                  <a:moveTo>
                    <a:pt x="0" y="0"/>
                  </a:moveTo>
                  <a:lnTo>
                    <a:pt x="6095" y="0"/>
                  </a:lnTo>
                </a:path>
                <a:path w="390525">
                  <a:moveTo>
                    <a:pt x="365760" y="0"/>
                  </a:moveTo>
                  <a:lnTo>
                    <a:pt x="39014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0" name="object 450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7578729" y="4572000"/>
              <a:ext cx="286511" cy="109727"/>
            </a:xfrm>
            <a:prstGeom prst="rect">
              <a:avLst/>
            </a:prstGeom>
          </p:spPr>
        </p:pic>
        <p:sp>
          <p:nvSpPr>
            <p:cNvPr id="451" name="object 451"/>
            <p:cNvSpPr/>
            <p:nvPr/>
          </p:nvSpPr>
          <p:spPr>
            <a:xfrm>
              <a:off x="8773546" y="462991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8858889" y="46299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8005450" y="46360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8864986" y="46360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3E3E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5" name="object 455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8304153" y="4565903"/>
              <a:ext cx="493776" cy="237743"/>
            </a:xfrm>
            <a:prstGeom prst="rect">
              <a:avLst/>
            </a:prstGeom>
          </p:spPr>
        </p:pic>
        <p:sp>
          <p:nvSpPr>
            <p:cNvPr id="456" name="object 456"/>
            <p:cNvSpPr/>
            <p:nvPr/>
          </p:nvSpPr>
          <p:spPr>
            <a:xfrm>
              <a:off x="5835273" y="4666487"/>
              <a:ext cx="207645" cy="0"/>
            </a:xfrm>
            <a:custGeom>
              <a:avLst/>
              <a:gdLst/>
              <a:ahLst/>
              <a:cxnLst/>
              <a:rect l="l" t="t" r="r" b="b"/>
              <a:pathLst>
                <a:path w="207645">
                  <a:moveTo>
                    <a:pt x="0" y="0"/>
                  </a:moveTo>
                  <a:lnTo>
                    <a:pt x="20726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8291962" y="46725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8907658" y="46725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8291962" y="46786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8285865" y="46847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EDEDE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1" name="object 461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7725034" y="4651247"/>
              <a:ext cx="176783" cy="54863"/>
            </a:xfrm>
            <a:prstGeom prst="rect">
              <a:avLst/>
            </a:prstGeom>
          </p:spPr>
        </p:pic>
        <p:sp>
          <p:nvSpPr>
            <p:cNvPr id="462" name="object 462"/>
            <p:cNvSpPr/>
            <p:nvPr/>
          </p:nvSpPr>
          <p:spPr>
            <a:xfrm>
              <a:off x="8956425" y="46908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7E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3" name="object 463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8864986" y="4639056"/>
              <a:ext cx="152399" cy="97535"/>
            </a:xfrm>
            <a:prstGeom prst="rect">
              <a:avLst/>
            </a:prstGeom>
          </p:spPr>
        </p:pic>
        <p:pic>
          <p:nvPicPr>
            <p:cNvPr id="464" name="object 464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7859146" y="4687824"/>
              <a:ext cx="225551" cy="24383"/>
            </a:xfrm>
            <a:prstGeom prst="rect">
              <a:avLst/>
            </a:prstGeom>
          </p:spPr>
        </p:pic>
        <p:pic>
          <p:nvPicPr>
            <p:cNvPr id="465" name="object 465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7974970" y="4700015"/>
              <a:ext cx="213360" cy="36575"/>
            </a:xfrm>
            <a:prstGeom prst="rect">
              <a:avLst/>
            </a:prstGeom>
          </p:spPr>
        </p:pic>
        <p:pic>
          <p:nvPicPr>
            <p:cNvPr id="466" name="object 466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8011546" y="4736591"/>
              <a:ext cx="18288" cy="6095"/>
            </a:xfrm>
            <a:prstGeom prst="rect">
              <a:avLst/>
            </a:prstGeom>
          </p:spPr>
        </p:pic>
        <p:pic>
          <p:nvPicPr>
            <p:cNvPr id="467" name="object 467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8974713" y="4706112"/>
              <a:ext cx="42671" cy="36575"/>
            </a:xfrm>
            <a:prstGeom prst="rect">
              <a:avLst/>
            </a:prstGeom>
          </p:spPr>
        </p:pic>
        <p:sp>
          <p:nvSpPr>
            <p:cNvPr id="468" name="object 468"/>
            <p:cNvSpPr/>
            <p:nvPr/>
          </p:nvSpPr>
          <p:spPr>
            <a:xfrm>
              <a:off x="8017641" y="47457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9" name="object 469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8096889" y="4730496"/>
              <a:ext cx="30479" cy="18287"/>
            </a:xfrm>
            <a:prstGeom prst="rect">
              <a:avLst/>
            </a:prstGeom>
          </p:spPr>
        </p:pic>
        <p:pic>
          <p:nvPicPr>
            <p:cNvPr id="470" name="object 470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6133978" y="4760976"/>
              <a:ext cx="12191" cy="12191"/>
            </a:xfrm>
            <a:prstGeom prst="rect">
              <a:avLst/>
            </a:prstGeom>
          </p:spPr>
        </p:pic>
        <p:sp>
          <p:nvSpPr>
            <p:cNvPr id="471" name="object 471"/>
            <p:cNvSpPr/>
            <p:nvPr/>
          </p:nvSpPr>
          <p:spPr>
            <a:xfrm>
              <a:off x="8554089" y="47701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2" name="object 472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3061594" y="4248912"/>
              <a:ext cx="1176528" cy="1645919"/>
            </a:xfrm>
            <a:prstGeom prst="rect">
              <a:avLst/>
            </a:prstGeom>
          </p:spPr>
        </p:pic>
        <p:sp>
          <p:nvSpPr>
            <p:cNvPr id="473" name="object 473"/>
            <p:cNvSpPr/>
            <p:nvPr/>
          </p:nvSpPr>
          <p:spPr>
            <a:xfrm>
              <a:off x="6268090" y="479450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6255897" y="4800600"/>
              <a:ext cx="2152015" cy="12700"/>
            </a:xfrm>
            <a:custGeom>
              <a:avLst/>
              <a:gdLst/>
              <a:ahLst/>
              <a:cxnLst/>
              <a:rect l="l" t="t" r="r" b="b"/>
              <a:pathLst>
                <a:path w="2152015" h="12700">
                  <a:moveTo>
                    <a:pt x="2023871" y="0"/>
                  </a:moveTo>
                  <a:lnTo>
                    <a:pt x="2029967" y="0"/>
                  </a:lnTo>
                </a:path>
                <a:path w="2152015" h="12700">
                  <a:moveTo>
                    <a:pt x="2121408" y="0"/>
                  </a:moveTo>
                  <a:lnTo>
                    <a:pt x="2133599" y="0"/>
                  </a:lnTo>
                </a:path>
                <a:path w="2152015" h="12700">
                  <a:moveTo>
                    <a:pt x="2145791" y="0"/>
                  </a:moveTo>
                  <a:lnTo>
                    <a:pt x="2151887" y="0"/>
                  </a:lnTo>
                </a:path>
                <a:path w="2152015" h="12700">
                  <a:moveTo>
                    <a:pt x="0" y="12191"/>
                  </a:moveTo>
                  <a:lnTo>
                    <a:pt x="6095" y="12191"/>
                  </a:lnTo>
                </a:path>
              </a:pathLst>
            </a:custGeom>
            <a:ln w="6095">
              <a:solidFill>
                <a:srgbClr val="EAEA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6268090" y="4812791"/>
              <a:ext cx="2310765" cy="24765"/>
            </a:xfrm>
            <a:custGeom>
              <a:avLst/>
              <a:gdLst/>
              <a:ahLst/>
              <a:cxnLst/>
              <a:rect l="l" t="t" r="r" b="b"/>
              <a:pathLst>
                <a:path w="2310765" h="24764">
                  <a:moveTo>
                    <a:pt x="0" y="0"/>
                  </a:moveTo>
                  <a:lnTo>
                    <a:pt x="24383" y="0"/>
                  </a:lnTo>
                </a:path>
                <a:path w="2310765" h="24764">
                  <a:moveTo>
                    <a:pt x="2267712" y="24384"/>
                  </a:moveTo>
                  <a:lnTo>
                    <a:pt x="2310383" y="24384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8170041" y="484327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7" name="object 477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6201034" y="4785359"/>
              <a:ext cx="103632" cy="91439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8115177" y="4803647"/>
              <a:ext cx="304799" cy="79247"/>
            </a:xfrm>
            <a:prstGeom prst="rect">
              <a:avLst/>
            </a:prstGeom>
          </p:spPr>
        </p:pic>
        <p:sp>
          <p:nvSpPr>
            <p:cNvPr id="479" name="object 479"/>
            <p:cNvSpPr/>
            <p:nvPr/>
          </p:nvSpPr>
          <p:spPr>
            <a:xfrm>
              <a:off x="8529706" y="4849368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>
                  <a:moveTo>
                    <a:pt x="0" y="0"/>
                  </a:moveTo>
                  <a:lnTo>
                    <a:pt x="4876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0" name="object 480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5365882" y="4669536"/>
              <a:ext cx="920496" cy="371855"/>
            </a:xfrm>
            <a:prstGeom prst="rect">
              <a:avLst/>
            </a:prstGeom>
          </p:spPr>
        </p:pic>
        <p:sp>
          <p:nvSpPr>
            <p:cNvPr id="481" name="object 481"/>
            <p:cNvSpPr/>
            <p:nvPr/>
          </p:nvSpPr>
          <p:spPr>
            <a:xfrm>
              <a:off x="8237098" y="4855464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6292473" y="487375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8206617" y="48798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8084698" y="49103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ADAD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8066410" y="4916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6146170" y="4934712"/>
              <a:ext cx="128270" cy="43180"/>
            </a:xfrm>
            <a:custGeom>
              <a:avLst/>
              <a:gdLst/>
              <a:ahLst/>
              <a:cxnLst/>
              <a:rect l="l" t="t" r="r" b="b"/>
              <a:pathLst>
                <a:path w="128270" h="43179">
                  <a:moveTo>
                    <a:pt x="0" y="0"/>
                  </a:moveTo>
                  <a:lnTo>
                    <a:pt x="128015" y="0"/>
                  </a:lnTo>
                </a:path>
                <a:path w="128270" h="43179">
                  <a:moveTo>
                    <a:pt x="6095" y="36575"/>
                  </a:moveTo>
                  <a:lnTo>
                    <a:pt x="115824" y="36575"/>
                  </a:lnTo>
                </a:path>
                <a:path w="128270" h="43179">
                  <a:moveTo>
                    <a:pt x="6095" y="42671"/>
                  </a:moveTo>
                  <a:lnTo>
                    <a:pt x="115824" y="42671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7" name="object 48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6414394" y="4980432"/>
              <a:ext cx="67055" cy="36575"/>
            </a:xfrm>
            <a:prstGeom prst="rect">
              <a:avLst/>
            </a:prstGeom>
          </p:spPr>
        </p:pic>
        <p:sp>
          <p:nvSpPr>
            <p:cNvPr id="488" name="object 488"/>
            <p:cNvSpPr/>
            <p:nvPr/>
          </p:nvSpPr>
          <p:spPr>
            <a:xfrm>
              <a:off x="6115690" y="5013959"/>
              <a:ext cx="2578735" cy="48895"/>
            </a:xfrm>
            <a:custGeom>
              <a:avLst/>
              <a:gdLst/>
              <a:ahLst/>
              <a:cxnLst/>
              <a:rect l="l" t="t" r="r" b="b"/>
              <a:pathLst>
                <a:path w="2578734" h="48895">
                  <a:moveTo>
                    <a:pt x="18287" y="0"/>
                  </a:moveTo>
                  <a:lnTo>
                    <a:pt x="128016" y="0"/>
                  </a:lnTo>
                </a:path>
                <a:path w="2578734" h="48895">
                  <a:moveTo>
                    <a:pt x="0" y="24384"/>
                  </a:moveTo>
                  <a:lnTo>
                    <a:pt x="115823" y="24384"/>
                  </a:lnTo>
                </a:path>
                <a:path w="2578734" h="48895">
                  <a:moveTo>
                    <a:pt x="6096" y="36575"/>
                  </a:moveTo>
                  <a:lnTo>
                    <a:pt x="109727" y="36575"/>
                  </a:lnTo>
                </a:path>
                <a:path w="2578734" h="48895">
                  <a:moveTo>
                    <a:pt x="1737360" y="48768"/>
                  </a:moveTo>
                  <a:lnTo>
                    <a:pt x="2578607" y="48768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7834762" y="50688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0" name="object 490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6115690" y="5041391"/>
              <a:ext cx="115823" cy="85343"/>
            </a:xfrm>
            <a:prstGeom prst="rect">
              <a:avLst/>
            </a:prstGeom>
          </p:spPr>
        </p:pic>
        <p:pic>
          <p:nvPicPr>
            <p:cNvPr id="491" name="object 491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9053962" y="5047488"/>
              <a:ext cx="42672" cy="60959"/>
            </a:xfrm>
            <a:prstGeom prst="rect">
              <a:avLst/>
            </a:prstGeom>
          </p:spPr>
        </p:pic>
        <p:sp>
          <p:nvSpPr>
            <p:cNvPr id="492" name="object 492"/>
            <p:cNvSpPr/>
            <p:nvPr/>
          </p:nvSpPr>
          <p:spPr>
            <a:xfrm>
              <a:off x="7828665" y="5087112"/>
              <a:ext cx="871855" cy="0"/>
            </a:xfrm>
            <a:custGeom>
              <a:avLst/>
              <a:gdLst/>
              <a:ahLst/>
              <a:cxnLst/>
              <a:rect l="l" t="t" r="r" b="b"/>
              <a:pathLst>
                <a:path w="871854">
                  <a:moveTo>
                    <a:pt x="0" y="0"/>
                  </a:moveTo>
                  <a:lnTo>
                    <a:pt x="871727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3" name="object 493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7798186" y="4797551"/>
              <a:ext cx="969264" cy="633983"/>
            </a:xfrm>
            <a:prstGeom prst="rect">
              <a:avLst/>
            </a:prstGeom>
          </p:spPr>
        </p:pic>
        <p:pic>
          <p:nvPicPr>
            <p:cNvPr id="494" name="object 494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5426841" y="5041391"/>
              <a:ext cx="512064" cy="323087"/>
            </a:xfrm>
            <a:prstGeom prst="rect">
              <a:avLst/>
            </a:prstGeom>
          </p:spPr>
        </p:pic>
        <p:sp>
          <p:nvSpPr>
            <p:cNvPr id="495" name="object 495"/>
            <p:cNvSpPr/>
            <p:nvPr/>
          </p:nvSpPr>
          <p:spPr>
            <a:xfrm>
              <a:off x="7822570" y="5160264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0" y="0"/>
                  </a:moveTo>
                  <a:lnTo>
                    <a:pt x="9265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7810377" y="51724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3384682" y="5239512"/>
              <a:ext cx="5377180" cy="170815"/>
            </a:xfrm>
            <a:custGeom>
              <a:avLst/>
              <a:gdLst/>
              <a:ahLst/>
              <a:cxnLst/>
              <a:rect l="l" t="t" r="r" b="b"/>
              <a:pathLst>
                <a:path w="5377180" h="170814">
                  <a:moveTo>
                    <a:pt x="2103119" y="0"/>
                  </a:moveTo>
                  <a:lnTo>
                    <a:pt x="2426208" y="0"/>
                  </a:lnTo>
                </a:path>
                <a:path w="5377180" h="170814">
                  <a:moveTo>
                    <a:pt x="4431792" y="0"/>
                  </a:moveTo>
                  <a:lnTo>
                    <a:pt x="5376672" y="0"/>
                  </a:lnTo>
                </a:path>
                <a:path w="5377180" h="170814">
                  <a:moveTo>
                    <a:pt x="2109216" y="12192"/>
                  </a:moveTo>
                  <a:lnTo>
                    <a:pt x="2420111" y="12192"/>
                  </a:lnTo>
                </a:path>
                <a:path w="5377180" h="170814">
                  <a:moveTo>
                    <a:pt x="2115312" y="73152"/>
                  </a:moveTo>
                  <a:lnTo>
                    <a:pt x="2359152" y="73152"/>
                  </a:lnTo>
                </a:path>
                <a:path w="5377180" h="170814">
                  <a:moveTo>
                    <a:pt x="12191" y="115824"/>
                  </a:moveTo>
                  <a:lnTo>
                    <a:pt x="323087" y="115824"/>
                  </a:lnTo>
                </a:path>
                <a:path w="5377180" h="170814">
                  <a:moveTo>
                    <a:pt x="12191" y="121920"/>
                  </a:moveTo>
                  <a:lnTo>
                    <a:pt x="323087" y="121920"/>
                  </a:lnTo>
                </a:path>
                <a:path w="5377180" h="170814">
                  <a:moveTo>
                    <a:pt x="0" y="170688"/>
                  </a:moveTo>
                  <a:lnTo>
                    <a:pt x="365759" y="170688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7974970" y="54284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7999353" y="54284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0" name="object 500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7816474" y="5431536"/>
              <a:ext cx="97535" cy="18287"/>
            </a:xfrm>
            <a:prstGeom prst="rect">
              <a:avLst/>
            </a:prstGeom>
          </p:spPr>
        </p:pic>
        <p:pic>
          <p:nvPicPr>
            <p:cNvPr id="501" name="object 501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8279770" y="5425439"/>
              <a:ext cx="426720" cy="42671"/>
            </a:xfrm>
            <a:prstGeom prst="rect">
              <a:avLst/>
            </a:prstGeom>
          </p:spPr>
        </p:pic>
        <p:sp>
          <p:nvSpPr>
            <p:cNvPr id="502" name="object 502"/>
            <p:cNvSpPr/>
            <p:nvPr/>
          </p:nvSpPr>
          <p:spPr>
            <a:xfrm>
              <a:off x="8359017" y="5465064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69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8291962" y="54772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8352922" y="550163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3384682" y="5513832"/>
              <a:ext cx="5260975" cy="6350"/>
            </a:xfrm>
            <a:custGeom>
              <a:avLst/>
              <a:gdLst/>
              <a:ahLst/>
              <a:cxnLst/>
              <a:rect l="l" t="t" r="r" b="b"/>
              <a:pathLst>
                <a:path w="5260975" h="6350">
                  <a:moveTo>
                    <a:pt x="0" y="0"/>
                  </a:moveTo>
                  <a:lnTo>
                    <a:pt x="262127" y="0"/>
                  </a:lnTo>
                </a:path>
                <a:path w="5260975" h="6350">
                  <a:moveTo>
                    <a:pt x="4986528" y="6095"/>
                  </a:moveTo>
                  <a:lnTo>
                    <a:pt x="5260848" y="6095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9127113" y="55260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9127113" y="55321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8" name="object 508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8285865" y="5468112"/>
              <a:ext cx="384048" cy="146303"/>
            </a:xfrm>
            <a:prstGeom prst="rect">
              <a:avLst/>
            </a:prstGeom>
          </p:spPr>
        </p:pic>
        <p:sp>
          <p:nvSpPr>
            <p:cNvPr id="509" name="object 509"/>
            <p:cNvSpPr/>
            <p:nvPr/>
          </p:nvSpPr>
          <p:spPr>
            <a:xfrm>
              <a:off x="3415161" y="5544312"/>
              <a:ext cx="5730240" cy="43180"/>
            </a:xfrm>
            <a:custGeom>
              <a:avLst/>
              <a:gdLst/>
              <a:ahLst/>
              <a:cxnLst/>
              <a:rect l="l" t="t" r="r" b="b"/>
              <a:pathLst>
                <a:path w="5730240" h="43179">
                  <a:moveTo>
                    <a:pt x="5711952" y="0"/>
                  </a:moveTo>
                  <a:lnTo>
                    <a:pt x="5730240" y="0"/>
                  </a:lnTo>
                </a:path>
                <a:path w="5730240" h="43179">
                  <a:moveTo>
                    <a:pt x="0" y="42672"/>
                  </a:moveTo>
                  <a:lnTo>
                    <a:pt x="176784" y="42672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0" name="object 510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9127113" y="5535168"/>
              <a:ext cx="121920" cy="85343"/>
            </a:xfrm>
            <a:prstGeom prst="rect">
              <a:avLst/>
            </a:prstGeom>
          </p:spPr>
        </p:pic>
        <p:sp>
          <p:nvSpPr>
            <p:cNvPr id="511" name="object 511"/>
            <p:cNvSpPr/>
            <p:nvPr/>
          </p:nvSpPr>
          <p:spPr>
            <a:xfrm>
              <a:off x="9133210" y="5586983"/>
              <a:ext cx="60960" cy="24765"/>
            </a:xfrm>
            <a:custGeom>
              <a:avLst/>
              <a:gdLst/>
              <a:ahLst/>
              <a:cxnLst/>
              <a:rect l="l" t="t" r="r" b="b"/>
              <a:pathLst>
                <a:path w="60959" h="24764">
                  <a:moveTo>
                    <a:pt x="0" y="0"/>
                  </a:moveTo>
                  <a:lnTo>
                    <a:pt x="18288" y="0"/>
                  </a:lnTo>
                </a:path>
                <a:path w="60959" h="24764">
                  <a:moveTo>
                    <a:pt x="12192" y="12192"/>
                  </a:moveTo>
                  <a:lnTo>
                    <a:pt x="18287" y="12192"/>
                  </a:lnTo>
                </a:path>
                <a:path w="60959" h="24764">
                  <a:moveTo>
                    <a:pt x="6096" y="24384"/>
                  </a:moveTo>
                  <a:lnTo>
                    <a:pt x="24384" y="24384"/>
                  </a:lnTo>
                </a:path>
                <a:path w="60959" h="24764">
                  <a:moveTo>
                    <a:pt x="42672" y="24384"/>
                  </a:moveTo>
                  <a:lnTo>
                    <a:pt x="60960" y="24384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2" name="object 512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8438265" y="5608320"/>
              <a:ext cx="103631" cy="24383"/>
            </a:xfrm>
            <a:prstGeom prst="rect">
              <a:avLst/>
            </a:prstGeom>
          </p:spPr>
        </p:pic>
        <p:sp>
          <p:nvSpPr>
            <p:cNvPr id="513" name="object 513"/>
            <p:cNvSpPr/>
            <p:nvPr/>
          </p:nvSpPr>
          <p:spPr>
            <a:xfrm>
              <a:off x="9175882" y="561746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8444362" y="562355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3415161" y="5629656"/>
              <a:ext cx="177165" cy="0"/>
            </a:xfrm>
            <a:custGeom>
              <a:avLst/>
              <a:gdLst/>
              <a:ahLst/>
              <a:cxnLst/>
              <a:rect l="l" t="t" r="r" b="b"/>
              <a:pathLst>
                <a:path w="177164">
                  <a:moveTo>
                    <a:pt x="0" y="0"/>
                  </a:moveTo>
                  <a:lnTo>
                    <a:pt x="176784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8505322" y="563575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6E6E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3415161" y="5641847"/>
              <a:ext cx="5815965" cy="30480"/>
            </a:xfrm>
            <a:custGeom>
              <a:avLst/>
              <a:gdLst/>
              <a:ahLst/>
              <a:cxnLst/>
              <a:rect l="l" t="t" r="r" b="b"/>
              <a:pathLst>
                <a:path w="5815965" h="30479">
                  <a:moveTo>
                    <a:pt x="0" y="0"/>
                  </a:moveTo>
                  <a:lnTo>
                    <a:pt x="176784" y="0"/>
                  </a:lnTo>
                </a:path>
                <a:path w="5815965" h="30479">
                  <a:moveTo>
                    <a:pt x="0" y="6096"/>
                  </a:moveTo>
                  <a:lnTo>
                    <a:pt x="176784" y="6096"/>
                  </a:lnTo>
                </a:path>
                <a:path w="5815965" h="30479">
                  <a:moveTo>
                    <a:pt x="5724144" y="6095"/>
                  </a:moveTo>
                  <a:lnTo>
                    <a:pt x="5815583" y="6095"/>
                  </a:lnTo>
                </a:path>
                <a:path w="5815965" h="30479">
                  <a:moveTo>
                    <a:pt x="0" y="12192"/>
                  </a:moveTo>
                  <a:lnTo>
                    <a:pt x="176784" y="12192"/>
                  </a:lnTo>
                </a:path>
                <a:path w="5815965" h="30479">
                  <a:moveTo>
                    <a:pt x="5724144" y="18287"/>
                  </a:moveTo>
                  <a:lnTo>
                    <a:pt x="5809487" y="18287"/>
                  </a:lnTo>
                </a:path>
                <a:path w="5815965" h="30479">
                  <a:moveTo>
                    <a:pt x="5718048" y="30479"/>
                  </a:moveTo>
                  <a:lnTo>
                    <a:pt x="5803391" y="30479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8529706" y="57028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9" name="object 519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9066153" y="5614415"/>
              <a:ext cx="182880" cy="182879"/>
            </a:xfrm>
            <a:prstGeom prst="rect">
              <a:avLst/>
            </a:prstGeom>
          </p:spPr>
        </p:pic>
        <p:pic>
          <p:nvPicPr>
            <p:cNvPr id="520" name="object 520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8444362" y="5693664"/>
              <a:ext cx="91440" cy="103631"/>
            </a:xfrm>
            <a:prstGeom prst="rect">
              <a:avLst/>
            </a:prstGeom>
          </p:spPr>
        </p:pic>
        <p:sp>
          <p:nvSpPr>
            <p:cNvPr id="521" name="object 521"/>
            <p:cNvSpPr/>
            <p:nvPr/>
          </p:nvSpPr>
          <p:spPr>
            <a:xfrm>
              <a:off x="9084441" y="575767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7D7D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9114922" y="5794247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3" name="object 523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8444362" y="5760720"/>
              <a:ext cx="67056" cy="42671"/>
            </a:xfrm>
            <a:prstGeom prst="rect">
              <a:avLst/>
            </a:prstGeom>
          </p:spPr>
        </p:pic>
        <p:sp>
          <p:nvSpPr>
            <p:cNvPr id="524" name="object 524"/>
            <p:cNvSpPr/>
            <p:nvPr/>
          </p:nvSpPr>
          <p:spPr>
            <a:xfrm>
              <a:off x="3427354" y="5812536"/>
              <a:ext cx="5675630" cy="43180"/>
            </a:xfrm>
            <a:custGeom>
              <a:avLst/>
              <a:gdLst/>
              <a:ahLst/>
              <a:cxnLst/>
              <a:rect l="l" t="t" r="r" b="b"/>
              <a:pathLst>
                <a:path w="5675630" h="43179">
                  <a:moveTo>
                    <a:pt x="5632704" y="0"/>
                  </a:moveTo>
                  <a:lnTo>
                    <a:pt x="5675375" y="0"/>
                  </a:lnTo>
                </a:path>
                <a:path w="5675630" h="43179">
                  <a:moveTo>
                    <a:pt x="5620511" y="18287"/>
                  </a:moveTo>
                  <a:lnTo>
                    <a:pt x="5663183" y="18287"/>
                  </a:lnTo>
                </a:path>
                <a:path w="5675630" h="43179">
                  <a:moveTo>
                    <a:pt x="0" y="42672"/>
                  </a:moveTo>
                  <a:lnTo>
                    <a:pt x="128015" y="42672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5" name="object 525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3744345" y="5888736"/>
              <a:ext cx="67056" cy="30479"/>
            </a:xfrm>
            <a:prstGeom prst="rect">
              <a:avLst/>
            </a:prstGeom>
          </p:spPr>
        </p:pic>
        <p:pic>
          <p:nvPicPr>
            <p:cNvPr id="526" name="object 526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8901562" y="5797295"/>
              <a:ext cx="207263" cy="201167"/>
            </a:xfrm>
            <a:prstGeom prst="rect">
              <a:avLst/>
            </a:prstGeom>
          </p:spPr>
        </p:pic>
        <p:sp>
          <p:nvSpPr>
            <p:cNvPr id="527" name="object 527"/>
            <p:cNvSpPr/>
            <p:nvPr/>
          </p:nvSpPr>
          <p:spPr>
            <a:xfrm>
              <a:off x="8919850" y="5928359"/>
              <a:ext cx="104139" cy="0"/>
            </a:xfrm>
            <a:custGeom>
              <a:avLst/>
              <a:gdLst/>
              <a:ahLst/>
              <a:cxnLst/>
              <a:rect l="l" t="t" r="r" b="b"/>
              <a:pathLst>
                <a:path w="104140">
                  <a:moveTo>
                    <a:pt x="0" y="0"/>
                  </a:moveTo>
                  <a:lnTo>
                    <a:pt x="103631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8" name="object 528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3445642" y="5894832"/>
              <a:ext cx="225551" cy="128015"/>
            </a:xfrm>
            <a:prstGeom prst="rect">
              <a:avLst/>
            </a:prstGeom>
          </p:spPr>
        </p:pic>
        <p:sp>
          <p:nvSpPr>
            <p:cNvPr id="529" name="object 529"/>
            <p:cNvSpPr/>
            <p:nvPr/>
          </p:nvSpPr>
          <p:spPr>
            <a:xfrm>
              <a:off x="8919850" y="5971032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0" y="0"/>
                  </a:moveTo>
                  <a:lnTo>
                    <a:pt x="73152" y="0"/>
                  </a:lnTo>
                </a:path>
              </a:pathLst>
            </a:custGeom>
            <a:ln w="6095">
              <a:solidFill>
                <a:srgbClr val="D8D8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3494410" y="59771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8E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1080397" y="5902452"/>
              <a:ext cx="603885" cy="599440"/>
            </a:xfrm>
            <a:custGeom>
              <a:avLst/>
              <a:gdLst/>
              <a:ahLst/>
              <a:cxnLst/>
              <a:rect l="l" t="t" r="r" b="b"/>
              <a:pathLst>
                <a:path w="603885" h="599439">
                  <a:moveTo>
                    <a:pt x="300228" y="256032"/>
                  </a:moveTo>
                  <a:lnTo>
                    <a:pt x="300228" y="0"/>
                  </a:lnTo>
                  <a:lnTo>
                    <a:pt x="251455" y="3921"/>
                  </a:lnTo>
                  <a:lnTo>
                    <a:pt x="205215" y="15276"/>
                  </a:lnTo>
                  <a:lnTo>
                    <a:pt x="162121" y="33453"/>
                  </a:lnTo>
                  <a:lnTo>
                    <a:pt x="122785" y="57838"/>
                  </a:lnTo>
                  <a:lnTo>
                    <a:pt x="87820" y="87820"/>
                  </a:lnTo>
                  <a:lnTo>
                    <a:pt x="57741" y="122942"/>
                  </a:lnTo>
                  <a:lnTo>
                    <a:pt x="33412" y="162219"/>
                  </a:lnTo>
                  <a:lnTo>
                    <a:pt x="15264" y="205265"/>
                  </a:lnTo>
                  <a:lnTo>
                    <a:pt x="3919" y="251474"/>
                  </a:lnTo>
                  <a:lnTo>
                    <a:pt x="0" y="300228"/>
                  </a:lnTo>
                  <a:lnTo>
                    <a:pt x="3919" y="348546"/>
                  </a:lnTo>
                  <a:lnTo>
                    <a:pt x="15264" y="394350"/>
                  </a:lnTo>
                  <a:lnTo>
                    <a:pt x="33412" y="437045"/>
                  </a:lnTo>
                  <a:lnTo>
                    <a:pt x="57741" y="476036"/>
                  </a:lnTo>
                  <a:lnTo>
                    <a:pt x="87630" y="510730"/>
                  </a:lnTo>
                  <a:lnTo>
                    <a:pt x="122456" y="540532"/>
                  </a:lnTo>
                  <a:lnTo>
                    <a:pt x="161598" y="564847"/>
                  </a:lnTo>
                  <a:lnTo>
                    <a:pt x="204435" y="583082"/>
                  </a:lnTo>
                  <a:lnTo>
                    <a:pt x="250344" y="594641"/>
                  </a:lnTo>
                  <a:lnTo>
                    <a:pt x="257556" y="595281"/>
                  </a:lnTo>
                  <a:lnTo>
                    <a:pt x="257556" y="300228"/>
                  </a:lnTo>
                  <a:lnTo>
                    <a:pt x="260794" y="283035"/>
                  </a:lnTo>
                  <a:lnTo>
                    <a:pt x="269748" y="268986"/>
                  </a:lnTo>
                  <a:lnTo>
                    <a:pt x="283273" y="259508"/>
                  </a:lnTo>
                  <a:lnTo>
                    <a:pt x="300228" y="256032"/>
                  </a:lnTo>
                  <a:close/>
                </a:path>
                <a:path w="603885" h="599439">
                  <a:moveTo>
                    <a:pt x="603500" y="300228"/>
                  </a:moveTo>
                  <a:lnTo>
                    <a:pt x="345948" y="300228"/>
                  </a:lnTo>
                  <a:lnTo>
                    <a:pt x="342495" y="316539"/>
                  </a:lnTo>
                  <a:lnTo>
                    <a:pt x="333184" y="330136"/>
                  </a:lnTo>
                  <a:lnTo>
                    <a:pt x="319587" y="339447"/>
                  </a:lnTo>
                  <a:lnTo>
                    <a:pt x="303276" y="342900"/>
                  </a:lnTo>
                  <a:lnTo>
                    <a:pt x="284559" y="339447"/>
                  </a:lnTo>
                  <a:lnTo>
                    <a:pt x="270129" y="330136"/>
                  </a:lnTo>
                  <a:lnTo>
                    <a:pt x="260794" y="316469"/>
                  </a:lnTo>
                  <a:lnTo>
                    <a:pt x="260794" y="316303"/>
                  </a:lnTo>
                  <a:lnTo>
                    <a:pt x="257556" y="300228"/>
                  </a:lnTo>
                  <a:lnTo>
                    <a:pt x="257556" y="595281"/>
                  </a:lnTo>
                  <a:lnTo>
                    <a:pt x="298704" y="598932"/>
                  </a:lnTo>
                  <a:lnTo>
                    <a:pt x="304800" y="598932"/>
                  </a:lnTo>
                  <a:lnTo>
                    <a:pt x="353158" y="594641"/>
                  </a:lnTo>
                  <a:lnTo>
                    <a:pt x="399067" y="583082"/>
                  </a:lnTo>
                  <a:lnTo>
                    <a:pt x="441903" y="564847"/>
                  </a:lnTo>
                  <a:lnTo>
                    <a:pt x="481045" y="540532"/>
                  </a:lnTo>
                  <a:lnTo>
                    <a:pt x="515871" y="510730"/>
                  </a:lnTo>
                  <a:lnTo>
                    <a:pt x="545759" y="476036"/>
                  </a:lnTo>
                  <a:lnTo>
                    <a:pt x="570088" y="437045"/>
                  </a:lnTo>
                  <a:lnTo>
                    <a:pt x="588236" y="394350"/>
                  </a:lnTo>
                  <a:lnTo>
                    <a:pt x="599581" y="348546"/>
                  </a:lnTo>
                  <a:lnTo>
                    <a:pt x="603500" y="300228"/>
                  </a:lnTo>
                  <a:close/>
                </a:path>
              </a:pathLst>
            </a:custGeom>
            <a:solidFill>
              <a:srgbClr val="402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2" name="object 5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0" dirty="0"/>
              <a:t>GLOBAL</a:t>
            </a:r>
            <a:r>
              <a:rPr spc="-40" dirty="0"/>
              <a:t> </a:t>
            </a:r>
            <a:r>
              <a:rPr spc="190" dirty="0"/>
              <a:t>REACH</a:t>
            </a:r>
          </a:p>
        </p:txBody>
      </p:sp>
      <p:graphicFrame>
        <p:nvGraphicFramePr>
          <p:cNvPr id="533" name="object 533"/>
          <p:cNvGraphicFramePr>
            <a:graphicFrameLocks noGrp="1"/>
          </p:cNvGraphicFramePr>
          <p:nvPr/>
        </p:nvGraphicFramePr>
        <p:xfrm>
          <a:off x="1147453" y="1278636"/>
          <a:ext cx="8384540" cy="217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9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spc="6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N.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America: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~36%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6FBF"/>
                    </a:solidFill>
                  </a:tcPr>
                </a:tc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spc="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Europe: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~32%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6FBF"/>
                    </a:solidFill>
                  </a:tcPr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spc="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Asia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Pacific: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~18%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6FBF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Rest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world: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~14%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00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" name="object 534"/>
          <p:cNvSpPr txBox="1"/>
          <p:nvPr/>
        </p:nvSpPr>
        <p:spPr>
          <a:xfrm>
            <a:off x="1412125" y="5656577"/>
            <a:ext cx="2374900" cy="5435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800" spc="145" dirty="0">
                <a:latin typeface="Tahoma"/>
                <a:cs typeface="Tahoma"/>
              </a:rPr>
              <a:t>Worldwide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114" dirty="0">
                <a:latin typeface="Tahoma"/>
                <a:cs typeface="Tahoma"/>
              </a:rPr>
              <a:t>Presence</a:t>
            </a:r>
            <a:endParaRPr sz="18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latin typeface="Tahoma"/>
                <a:cs typeface="Tahoma"/>
              </a:rPr>
              <a:t>more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130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countries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35" name="object 535"/>
          <p:cNvSpPr/>
          <p:nvPr/>
        </p:nvSpPr>
        <p:spPr>
          <a:xfrm>
            <a:off x="8994526" y="5902452"/>
            <a:ext cx="603885" cy="599440"/>
          </a:xfrm>
          <a:custGeom>
            <a:avLst/>
            <a:gdLst/>
            <a:ahLst/>
            <a:cxnLst/>
            <a:rect l="l" t="t" r="r" b="b"/>
            <a:pathLst>
              <a:path w="603884" h="599439">
                <a:moveTo>
                  <a:pt x="345948" y="595253"/>
                </a:moveTo>
                <a:lnTo>
                  <a:pt x="345948" y="300228"/>
                </a:lnTo>
                <a:lnTo>
                  <a:pt x="342447" y="316539"/>
                </a:lnTo>
                <a:lnTo>
                  <a:pt x="332803" y="330136"/>
                </a:lnTo>
                <a:lnTo>
                  <a:pt x="318301" y="339447"/>
                </a:lnTo>
                <a:lnTo>
                  <a:pt x="300228" y="342900"/>
                </a:lnTo>
                <a:lnTo>
                  <a:pt x="283035" y="339447"/>
                </a:lnTo>
                <a:lnTo>
                  <a:pt x="268986" y="330136"/>
                </a:lnTo>
                <a:lnTo>
                  <a:pt x="259508" y="316539"/>
                </a:lnTo>
                <a:lnTo>
                  <a:pt x="256032" y="300228"/>
                </a:lnTo>
                <a:lnTo>
                  <a:pt x="0" y="300228"/>
                </a:lnTo>
                <a:lnTo>
                  <a:pt x="3918" y="348546"/>
                </a:lnTo>
                <a:lnTo>
                  <a:pt x="15252" y="394350"/>
                </a:lnTo>
                <a:lnTo>
                  <a:pt x="33371" y="437045"/>
                </a:lnTo>
                <a:lnTo>
                  <a:pt x="57643" y="476036"/>
                </a:lnTo>
                <a:lnTo>
                  <a:pt x="87439" y="510730"/>
                </a:lnTo>
                <a:lnTo>
                  <a:pt x="122127" y="540532"/>
                </a:lnTo>
                <a:lnTo>
                  <a:pt x="161076" y="564847"/>
                </a:lnTo>
                <a:lnTo>
                  <a:pt x="203655" y="583082"/>
                </a:lnTo>
                <a:lnTo>
                  <a:pt x="249233" y="594641"/>
                </a:lnTo>
                <a:lnTo>
                  <a:pt x="297180" y="598932"/>
                </a:lnTo>
                <a:lnTo>
                  <a:pt x="304800" y="598932"/>
                </a:lnTo>
                <a:lnTo>
                  <a:pt x="345948" y="595253"/>
                </a:lnTo>
                <a:close/>
              </a:path>
              <a:path w="603884" h="599439">
                <a:moveTo>
                  <a:pt x="603504" y="300228"/>
                </a:moveTo>
                <a:lnTo>
                  <a:pt x="599540" y="251455"/>
                </a:lnTo>
                <a:lnTo>
                  <a:pt x="588068" y="205215"/>
                </a:lnTo>
                <a:lnTo>
                  <a:pt x="569721" y="162121"/>
                </a:lnTo>
                <a:lnTo>
                  <a:pt x="545128" y="122785"/>
                </a:lnTo>
                <a:lnTo>
                  <a:pt x="514921" y="87820"/>
                </a:lnTo>
                <a:lnTo>
                  <a:pt x="479730" y="57838"/>
                </a:lnTo>
                <a:lnTo>
                  <a:pt x="440187" y="33453"/>
                </a:lnTo>
                <a:lnTo>
                  <a:pt x="396922" y="15276"/>
                </a:lnTo>
                <a:lnTo>
                  <a:pt x="350567" y="3921"/>
                </a:lnTo>
                <a:lnTo>
                  <a:pt x="301752" y="0"/>
                </a:lnTo>
                <a:lnTo>
                  <a:pt x="301752" y="256032"/>
                </a:lnTo>
                <a:lnTo>
                  <a:pt x="318944" y="259508"/>
                </a:lnTo>
                <a:lnTo>
                  <a:pt x="332994" y="268986"/>
                </a:lnTo>
                <a:lnTo>
                  <a:pt x="342447" y="283000"/>
                </a:lnTo>
                <a:lnTo>
                  <a:pt x="345948" y="300228"/>
                </a:lnTo>
                <a:lnTo>
                  <a:pt x="345948" y="595253"/>
                </a:lnTo>
                <a:lnTo>
                  <a:pt x="352789" y="594641"/>
                </a:lnTo>
                <a:lnTo>
                  <a:pt x="398483" y="583082"/>
                </a:lnTo>
                <a:lnTo>
                  <a:pt x="441233" y="564847"/>
                </a:lnTo>
                <a:lnTo>
                  <a:pt x="480389" y="540532"/>
                </a:lnTo>
                <a:lnTo>
                  <a:pt x="515302" y="510730"/>
                </a:lnTo>
                <a:lnTo>
                  <a:pt x="545323" y="476036"/>
                </a:lnTo>
                <a:lnTo>
                  <a:pt x="569721" y="437176"/>
                </a:lnTo>
                <a:lnTo>
                  <a:pt x="588068" y="394407"/>
                </a:lnTo>
                <a:lnTo>
                  <a:pt x="599540" y="348558"/>
                </a:lnTo>
                <a:lnTo>
                  <a:pt x="603504" y="300228"/>
                </a:lnTo>
                <a:close/>
              </a:path>
            </a:pathLst>
          </a:custGeom>
          <a:solidFill>
            <a:srgbClr val="402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 txBox="1"/>
          <p:nvPr/>
        </p:nvSpPr>
        <p:spPr>
          <a:xfrm>
            <a:off x="6593723" y="5656577"/>
            <a:ext cx="2665095" cy="5435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800" spc="125" dirty="0">
                <a:latin typeface="Tahoma"/>
                <a:cs typeface="Tahoma"/>
              </a:rPr>
              <a:t>Employee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120" dirty="0">
                <a:latin typeface="Tahoma"/>
                <a:cs typeface="Tahoma"/>
              </a:rPr>
              <a:t>Nationalit</a:t>
            </a:r>
            <a:r>
              <a:rPr sz="1800" u="dash" spc="-310" dirty="0">
                <a:uFill>
                  <a:solidFill>
                    <a:srgbClr val="DDDDD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none" spc="90" dirty="0">
                <a:latin typeface="Tahoma"/>
                <a:cs typeface="Tahoma"/>
              </a:rPr>
              <a:t>ies</a:t>
            </a:r>
            <a:endParaRPr sz="1800">
              <a:latin typeface="Tahoma"/>
              <a:cs typeface="Tahoma"/>
            </a:endParaRPr>
          </a:p>
          <a:p>
            <a:pPr marL="1657985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latin typeface="Tahoma"/>
                <a:cs typeface="Tahoma"/>
              </a:rPr>
              <a:t>more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than</a:t>
            </a:r>
            <a:r>
              <a:rPr sz="1200" spc="-25" dirty="0">
                <a:latin typeface="Tahoma"/>
                <a:cs typeface="Tahoma"/>
              </a:rPr>
              <a:t> 100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37" name="object 537"/>
          <p:cNvSpPr txBox="1"/>
          <p:nvPr/>
        </p:nvSpPr>
        <p:spPr>
          <a:xfrm>
            <a:off x="2286894" y="2756406"/>
            <a:ext cx="1518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3919" algn="l"/>
              </a:tabLst>
            </a:pPr>
            <a:r>
              <a:rPr sz="1200" u="dash" dirty="0">
                <a:uFill>
                  <a:solidFill>
                    <a:srgbClr val="D8D8D8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dash" spc="-10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C</a:t>
            </a:r>
            <a:r>
              <a:rPr sz="1200" u="none" spc="-10" dirty="0">
                <a:latin typeface="Tahoma"/>
                <a:cs typeface="Tahoma"/>
              </a:rPr>
              <a:t>a</a:t>
            </a:r>
            <a:r>
              <a:rPr sz="1200" u="dbl" spc="-10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nada</a:t>
            </a:r>
            <a:r>
              <a:rPr sz="1200" u="dbl" spc="500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 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38" name="object 538"/>
          <p:cNvSpPr txBox="1"/>
          <p:nvPr/>
        </p:nvSpPr>
        <p:spPr>
          <a:xfrm>
            <a:off x="7815966" y="5152133"/>
            <a:ext cx="1306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3105" algn="l"/>
              </a:tabLst>
            </a:pPr>
            <a:r>
              <a:rPr sz="1200" u="dbl" dirty="0">
                <a:uFill>
                  <a:solidFill>
                    <a:srgbClr val="D8D8D8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dbl" spc="-10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Aus</a:t>
            </a:r>
            <a:r>
              <a:rPr sz="1200" u="none" spc="-10" dirty="0">
                <a:latin typeface="Tahoma"/>
                <a:cs typeface="Tahoma"/>
              </a:rPr>
              <a:t>tralia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4126381" y="4870194"/>
            <a:ext cx="387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Brazil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4606427" y="5520332"/>
            <a:ext cx="154813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Executive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Business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Centers </a:t>
            </a:r>
            <a:r>
              <a:rPr sz="1000" dirty="0">
                <a:latin typeface="Tahoma"/>
                <a:cs typeface="Tahoma"/>
              </a:rPr>
              <a:t>Research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Centers</a:t>
            </a:r>
            <a:endParaRPr sz="1000">
              <a:latin typeface="Tahoma"/>
              <a:cs typeface="Tahoma"/>
            </a:endParaRPr>
          </a:p>
          <a:p>
            <a:pPr marL="12700" marR="324485">
              <a:lnSpc>
                <a:spcPct val="100000"/>
              </a:lnSpc>
              <a:spcBef>
                <a:spcPts val="145"/>
              </a:spcBef>
            </a:pPr>
            <a:r>
              <a:rPr sz="1000" dirty="0">
                <a:latin typeface="Tahoma"/>
                <a:cs typeface="Tahoma"/>
              </a:rPr>
              <a:t>Product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&amp;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Solution </a:t>
            </a:r>
            <a:r>
              <a:rPr sz="1000" dirty="0">
                <a:latin typeface="Tahoma"/>
                <a:cs typeface="Tahoma"/>
              </a:rPr>
              <a:t>Development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Centers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dirty="0">
                <a:latin typeface="Tahoma"/>
                <a:cs typeface="Tahoma"/>
              </a:rPr>
              <a:t>IP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Transformation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Centers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3125100" y="3338574"/>
            <a:ext cx="302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ahoma"/>
                <a:cs typeface="Tahoma"/>
              </a:rPr>
              <a:t>USA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4995043" y="2479038"/>
            <a:ext cx="650240" cy="8896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51765" indent="-6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Tahoma"/>
                <a:cs typeface="Tahoma"/>
              </a:rPr>
              <a:t>Ireland </a:t>
            </a:r>
            <a:r>
              <a:rPr sz="1200" spc="-25" dirty="0">
                <a:latin typeface="Tahoma"/>
                <a:cs typeface="Tahoma"/>
              </a:rPr>
              <a:t>UK</a:t>
            </a:r>
            <a:endParaRPr sz="1200">
              <a:latin typeface="Tahoma"/>
              <a:cs typeface="Tahoma"/>
            </a:endParaRPr>
          </a:p>
          <a:p>
            <a:pPr marL="29209">
              <a:lnSpc>
                <a:spcPts val="1205"/>
              </a:lnSpc>
            </a:pPr>
            <a:r>
              <a:rPr sz="1200" u="dash" spc="-10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B</a:t>
            </a:r>
            <a:r>
              <a:rPr sz="1200" u="none" spc="-10" dirty="0">
                <a:latin typeface="Tahoma"/>
                <a:cs typeface="Tahoma"/>
              </a:rPr>
              <a:t>elgium</a:t>
            </a:r>
            <a:endParaRPr sz="1200">
              <a:latin typeface="Tahoma"/>
              <a:cs typeface="Tahoma"/>
            </a:endParaRPr>
          </a:p>
          <a:p>
            <a:pPr marL="30480" marR="5080">
              <a:lnSpc>
                <a:spcPts val="1270"/>
              </a:lnSpc>
              <a:spcBef>
                <a:spcPts val="155"/>
              </a:spcBef>
            </a:pPr>
            <a:r>
              <a:rPr sz="1200" spc="-10" dirty="0">
                <a:latin typeface="Tahoma"/>
                <a:cs typeface="Tahoma"/>
              </a:rPr>
              <a:t>France Ger</a:t>
            </a:r>
            <a:r>
              <a:rPr sz="1200" u="dash" spc="-10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m</a:t>
            </a:r>
            <a:r>
              <a:rPr sz="1200" u="none" spc="-10" dirty="0">
                <a:latin typeface="Tahoma"/>
                <a:cs typeface="Tahoma"/>
              </a:rPr>
              <a:t>any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3" name="object 543"/>
          <p:cNvSpPr txBox="1"/>
          <p:nvPr/>
        </p:nvSpPr>
        <p:spPr>
          <a:xfrm>
            <a:off x="4920365" y="3341622"/>
            <a:ext cx="924560" cy="56070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05410" marR="5080" indent="-93345">
              <a:lnSpc>
                <a:spcPts val="1340"/>
              </a:lnSpc>
              <a:spcBef>
                <a:spcPts val="225"/>
              </a:spcBef>
            </a:pPr>
            <a:r>
              <a:rPr sz="1200" u="dash" spc="430" dirty="0">
                <a:uFill>
                  <a:solidFill>
                    <a:srgbClr val="D8D8D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none" spc="-10" dirty="0">
                <a:latin typeface="Tahoma"/>
                <a:cs typeface="Tahoma"/>
              </a:rPr>
              <a:t>Neth</a:t>
            </a:r>
            <a:r>
              <a:rPr sz="1200" u="dash" spc="-10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e</a:t>
            </a:r>
            <a:r>
              <a:rPr sz="1200" u="none" spc="-10" dirty="0">
                <a:latin typeface="Tahoma"/>
                <a:cs typeface="Tahoma"/>
              </a:rPr>
              <a:t>rlands Italy</a:t>
            </a:r>
            <a:endParaRPr sz="1200">
              <a:latin typeface="Tahoma"/>
              <a:cs typeface="Tahoma"/>
            </a:endParaRPr>
          </a:p>
          <a:p>
            <a:pPr marL="94615">
              <a:lnSpc>
                <a:spcPts val="1405"/>
              </a:lnSpc>
            </a:pPr>
            <a:r>
              <a:rPr sz="1200" spc="-10" dirty="0">
                <a:latin typeface="Tahoma"/>
                <a:cs typeface="Tahoma"/>
              </a:rPr>
              <a:t>Spain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4" name="object 544"/>
          <p:cNvSpPr txBox="1"/>
          <p:nvPr/>
        </p:nvSpPr>
        <p:spPr>
          <a:xfrm>
            <a:off x="5962782" y="3134359"/>
            <a:ext cx="528320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 marR="5080" indent="-635">
              <a:lnSpc>
                <a:spcPct val="1508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Turkey Israel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364490" algn="l"/>
              </a:tabLst>
            </a:pPr>
            <a:r>
              <a:rPr sz="1200" u="dash" dirty="0">
                <a:uFill>
                  <a:solidFill>
                    <a:srgbClr val="D8D8D8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45" name="object 545"/>
          <p:cNvSpPr txBox="1"/>
          <p:nvPr/>
        </p:nvSpPr>
        <p:spPr>
          <a:xfrm>
            <a:off x="6365119" y="2131567"/>
            <a:ext cx="610235" cy="37909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225"/>
              </a:spcBef>
            </a:pPr>
            <a:r>
              <a:rPr sz="1200" spc="-10" dirty="0">
                <a:latin typeface="Tahoma"/>
                <a:cs typeface="Tahoma"/>
              </a:rPr>
              <a:t>Russia Romania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6" name="object 546"/>
          <p:cNvSpPr txBox="1"/>
          <p:nvPr/>
        </p:nvSpPr>
        <p:spPr>
          <a:xfrm>
            <a:off x="6355975" y="2483610"/>
            <a:ext cx="57531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889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Tahoma"/>
                <a:cs typeface="Tahoma"/>
              </a:rPr>
              <a:t>Poland Slovakia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7" name="object 547"/>
          <p:cNvSpPr txBox="1"/>
          <p:nvPr/>
        </p:nvSpPr>
        <p:spPr>
          <a:xfrm>
            <a:off x="7939404" y="3241038"/>
            <a:ext cx="102806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208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So</a:t>
            </a:r>
            <a:r>
              <a:rPr sz="1200" u="dash" dirty="0">
                <a:uFill>
                  <a:solidFill>
                    <a:srgbClr val="D8D8D8"/>
                  </a:solidFill>
                </a:uFill>
                <a:latin typeface="Tahoma"/>
                <a:cs typeface="Tahoma"/>
              </a:rPr>
              <a:t>u</a:t>
            </a:r>
            <a:r>
              <a:rPr sz="1200" u="none" dirty="0">
                <a:latin typeface="Tahoma"/>
                <a:cs typeface="Tahoma"/>
              </a:rPr>
              <a:t>th</a:t>
            </a:r>
            <a:r>
              <a:rPr sz="1200" u="none" spc="-30" dirty="0">
                <a:latin typeface="Tahoma"/>
                <a:cs typeface="Tahoma"/>
              </a:rPr>
              <a:t> </a:t>
            </a:r>
            <a:r>
              <a:rPr sz="1200" u="none" spc="-10" dirty="0">
                <a:latin typeface="Tahoma"/>
                <a:cs typeface="Tahoma"/>
              </a:rPr>
              <a:t>Korea China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8064298" y="3759198"/>
            <a:ext cx="5054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Taiwan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6986905" y="3855210"/>
            <a:ext cx="3663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India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265816" y="1058671"/>
            <a:ext cx="1579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54" dirty="0">
                <a:latin typeface="Tahoma"/>
                <a:cs typeface="Tahoma"/>
              </a:rPr>
              <a:t>%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of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105" dirty="0">
                <a:latin typeface="Tahoma"/>
                <a:cs typeface="Tahoma"/>
              </a:rPr>
              <a:t>2010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65" dirty="0">
                <a:latin typeface="Tahoma"/>
                <a:cs typeface="Tahoma"/>
              </a:rPr>
              <a:t>revenues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51" name="object 551"/>
          <p:cNvGrpSpPr/>
          <p:nvPr/>
        </p:nvGrpSpPr>
        <p:grpSpPr>
          <a:xfrm>
            <a:off x="2494665" y="2228088"/>
            <a:ext cx="5988050" cy="4145279"/>
            <a:chOff x="2494665" y="2228088"/>
            <a:chExt cx="5988050" cy="4145279"/>
          </a:xfrm>
        </p:grpSpPr>
        <p:pic>
          <p:nvPicPr>
            <p:cNvPr id="552" name="object 552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4658745" y="2740152"/>
              <a:ext cx="103631" cy="102107"/>
            </a:xfrm>
            <a:prstGeom prst="rect">
              <a:avLst/>
            </a:prstGeom>
          </p:spPr>
        </p:pic>
        <p:pic>
          <p:nvPicPr>
            <p:cNvPr id="553" name="object 553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4658745" y="2910840"/>
              <a:ext cx="103631" cy="103631"/>
            </a:xfrm>
            <a:prstGeom prst="rect">
              <a:avLst/>
            </a:prstGeom>
          </p:spPr>
        </p:pic>
        <p:pic>
          <p:nvPicPr>
            <p:cNvPr id="554" name="object 554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4658745" y="3076955"/>
              <a:ext cx="103631" cy="102107"/>
            </a:xfrm>
            <a:prstGeom prst="rect">
              <a:avLst/>
            </a:prstGeom>
          </p:spPr>
        </p:pic>
        <p:pic>
          <p:nvPicPr>
            <p:cNvPr id="555" name="object 555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4658745" y="3246119"/>
              <a:ext cx="103631" cy="103631"/>
            </a:xfrm>
            <a:prstGeom prst="rect">
              <a:avLst/>
            </a:prstGeom>
          </p:spPr>
        </p:pic>
        <p:pic>
          <p:nvPicPr>
            <p:cNvPr id="556" name="object 556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4658745" y="3422903"/>
              <a:ext cx="103631" cy="100583"/>
            </a:xfrm>
            <a:prstGeom prst="rect">
              <a:avLst/>
            </a:prstGeom>
          </p:spPr>
        </p:pic>
        <p:pic>
          <p:nvPicPr>
            <p:cNvPr id="557" name="object 557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4658745" y="3592067"/>
              <a:ext cx="103631" cy="103631"/>
            </a:xfrm>
            <a:prstGeom prst="rect">
              <a:avLst/>
            </a:prstGeom>
          </p:spPr>
        </p:pic>
        <p:pic>
          <p:nvPicPr>
            <p:cNvPr id="558" name="object 558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4658745" y="3764280"/>
              <a:ext cx="103631" cy="102107"/>
            </a:xfrm>
            <a:prstGeom prst="rect">
              <a:avLst/>
            </a:prstGeom>
          </p:spPr>
        </p:pic>
        <p:pic>
          <p:nvPicPr>
            <p:cNvPr id="559" name="object 559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5858133" y="3567683"/>
              <a:ext cx="103631" cy="103631"/>
            </a:xfrm>
            <a:prstGeom prst="rect">
              <a:avLst/>
            </a:prstGeom>
          </p:spPr>
        </p:pic>
        <p:pic>
          <p:nvPicPr>
            <p:cNvPr id="560" name="object 560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5853561" y="3290316"/>
              <a:ext cx="103631" cy="103631"/>
            </a:xfrm>
            <a:prstGeom prst="rect">
              <a:avLst/>
            </a:prstGeom>
          </p:spPr>
        </p:pic>
        <p:pic>
          <p:nvPicPr>
            <p:cNvPr id="561" name="object 561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6149217" y="2563368"/>
              <a:ext cx="103631" cy="103631"/>
            </a:xfrm>
            <a:prstGeom prst="rect">
              <a:avLst/>
            </a:prstGeom>
          </p:spPr>
        </p:pic>
        <p:pic>
          <p:nvPicPr>
            <p:cNvPr id="562" name="object 562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6149217" y="2729484"/>
              <a:ext cx="103631" cy="103631"/>
            </a:xfrm>
            <a:prstGeom prst="rect">
              <a:avLst/>
            </a:prstGeom>
          </p:spPr>
        </p:pic>
        <p:pic>
          <p:nvPicPr>
            <p:cNvPr id="563" name="object 563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6149217" y="2228088"/>
              <a:ext cx="103631" cy="102107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6149217" y="2395728"/>
              <a:ext cx="103631" cy="102107"/>
            </a:xfrm>
            <a:prstGeom prst="rect">
              <a:avLst/>
            </a:prstGeom>
          </p:spPr>
        </p:pic>
        <p:pic>
          <p:nvPicPr>
            <p:cNvPr id="565" name="object 565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2825373" y="3409188"/>
              <a:ext cx="100583" cy="102107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2989965" y="3409188"/>
              <a:ext cx="102107" cy="102107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2659257" y="3409188"/>
              <a:ext cx="102107" cy="102107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2494665" y="3409188"/>
              <a:ext cx="102107" cy="102107"/>
            </a:xfrm>
            <a:prstGeom prst="rect">
              <a:avLst/>
            </a:prstGeom>
          </p:spPr>
        </p:pic>
        <p:pic>
          <p:nvPicPr>
            <p:cNvPr id="569" name="object 569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3026541" y="2825495"/>
              <a:ext cx="103631" cy="103631"/>
            </a:xfrm>
            <a:prstGeom prst="rect">
              <a:avLst/>
            </a:prstGeom>
          </p:spPr>
        </p:pic>
        <p:pic>
          <p:nvPicPr>
            <p:cNvPr id="570" name="object 570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2861949" y="2825495"/>
              <a:ext cx="102107" cy="103631"/>
            </a:xfrm>
            <a:prstGeom prst="rect">
              <a:avLst/>
            </a:prstGeom>
          </p:spPr>
        </p:pic>
        <p:pic>
          <p:nvPicPr>
            <p:cNvPr id="571" name="object 571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4503297" y="2910840"/>
              <a:ext cx="103631" cy="103631"/>
            </a:xfrm>
            <a:prstGeom prst="rect">
              <a:avLst/>
            </a:prstGeom>
          </p:spPr>
        </p:pic>
        <p:pic>
          <p:nvPicPr>
            <p:cNvPr id="572" name="object 572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4338705" y="2910840"/>
              <a:ext cx="102107" cy="103631"/>
            </a:xfrm>
            <a:prstGeom prst="rect">
              <a:avLst/>
            </a:prstGeom>
          </p:spPr>
        </p:pic>
        <p:pic>
          <p:nvPicPr>
            <p:cNvPr id="573" name="object 573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4507869" y="3076955"/>
              <a:ext cx="102107" cy="102107"/>
            </a:xfrm>
            <a:prstGeom prst="rect">
              <a:avLst/>
            </a:prstGeom>
          </p:spPr>
        </p:pic>
        <p:pic>
          <p:nvPicPr>
            <p:cNvPr id="574" name="object 574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6565269" y="3928872"/>
              <a:ext cx="103631" cy="103631"/>
            </a:xfrm>
            <a:prstGeom prst="rect">
              <a:avLst/>
            </a:prstGeom>
          </p:spPr>
        </p:pic>
        <p:pic>
          <p:nvPicPr>
            <p:cNvPr id="575" name="object 575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4811145" y="2740152"/>
              <a:ext cx="103631" cy="102107"/>
            </a:xfrm>
            <a:prstGeom prst="rect">
              <a:avLst/>
            </a:prstGeom>
          </p:spPr>
        </p:pic>
        <p:pic>
          <p:nvPicPr>
            <p:cNvPr id="576" name="object 576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4811145" y="2563368"/>
              <a:ext cx="103631" cy="103631"/>
            </a:xfrm>
            <a:prstGeom prst="rect">
              <a:avLst/>
            </a:prstGeom>
          </p:spPr>
        </p:pic>
        <p:pic>
          <p:nvPicPr>
            <p:cNvPr id="577" name="object 577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4811145" y="2910840"/>
              <a:ext cx="103631" cy="103631"/>
            </a:xfrm>
            <a:prstGeom prst="rect">
              <a:avLst/>
            </a:prstGeom>
          </p:spPr>
        </p:pic>
        <p:pic>
          <p:nvPicPr>
            <p:cNvPr id="578" name="object 578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4811145" y="3076955"/>
              <a:ext cx="103631" cy="102107"/>
            </a:xfrm>
            <a:prstGeom prst="rect">
              <a:avLst/>
            </a:prstGeom>
          </p:spPr>
        </p:pic>
        <p:pic>
          <p:nvPicPr>
            <p:cNvPr id="579" name="object 579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4811145" y="3246119"/>
              <a:ext cx="103631" cy="103631"/>
            </a:xfrm>
            <a:prstGeom prst="rect">
              <a:avLst/>
            </a:prstGeom>
          </p:spPr>
        </p:pic>
        <p:pic>
          <p:nvPicPr>
            <p:cNvPr id="580" name="object 580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6860925" y="3928872"/>
              <a:ext cx="102107" cy="102107"/>
            </a:xfrm>
            <a:prstGeom prst="rect">
              <a:avLst/>
            </a:prstGeom>
          </p:spPr>
        </p:pic>
        <p:pic>
          <p:nvPicPr>
            <p:cNvPr id="581" name="object 581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7668645" y="3560063"/>
              <a:ext cx="103631" cy="103631"/>
            </a:xfrm>
            <a:prstGeom prst="rect">
              <a:avLst/>
            </a:prstGeom>
          </p:spPr>
        </p:pic>
        <p:pic>
          <p:nvPicPr>
            <p:cNvPr id="582" name="object 582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7517769" y="3560063"/>
              <a:ext cx="102107" cy="103631"/>
            </a:xfrm>
            <a:prstGeom prst="rect">
              <a:avLst/>
            </a:prstGeom>
          </p:spPr>
        </p:pic>
        <p:pic>
          <p:nvPicPr>
            <p:cNvPr id="583" name="object 583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7821045" y="3560063"/>
              <a:ext cx="103631" cy="103631"/>
            </a:xfrm>
            <a:prstGeom prst="rect">
              <a:avLst/>
            </a:prstGeom>
          </p:spPr>
        </p:pic>
        <p:pic>
          <p:nvPicPr>
            <p:cNvPr id="584" name="object 584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8003925" y="3396996"/>
              <a:ext cx="102107" cy="103631"/>
            </a:xfrm>
            <a:prstGeom prst="rect">
              <a:avLst/>
            </a:prstGeom>
          </p:spPr>
        </p:pic>
        <p:pic>
          <p:nvPicPr>
            <p:cNvPr id="585" name="object 585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7965825" y="3828288"/>
              <a:ext cx="102107" cy="103631"/>
            </a:xfrm>
            <a:prstGeom prst="rect">
              <a:avLst/>
            </a:prstGeom>
          </p:spPr>
        </p:pic>
        <p:pic>
          <p:nvPicPr>
            <p:cNvPr id="586" name="object 586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8381877" y="5213604"/>
              <a:ext cx="100583" cy="102107"/>
            </a:xfrm>
            <a:prstGeom prst="rect">
              <a:avLst/>
            </a:prstGeom>
          </p:spPr>
        </p:pic>
        <p:pic>
          <p:nvPicPr>
            <p:cNvPr id="587" name="object 587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8229477" y="5213604"/>
              <a:ext cx="102107" cy="102107"/>
            </a:xfrm>
            <a:prstGeom prst="rect">
              <a:avLst/>
            </a:prstGeom>
          </p:spPr>
        </p:pic>
        <p:pic>
          <p:nvPicPr>
            <p:cNvPr id="588" name="object 588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3986661" y="4939283"/>
              <a:ext cx="103631" cy="103631"/>
            </a:xfrm>
            <a:prstGeom prst="rect">
              <a:avLst/>
            </a:prstGeom>
          </p:spPr>
        </p:pic>
        <p:pic>
          <p:nvPicPr>
            <p:cNvPr id="589" name="object 589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3847977" y="4939283"/>
              <a:ext cx="102107" cy="103631"/>
            </a:xfrm>
            <a:prstGeom prst="rect">
              <a:avLst/>
            </a:prstGeom>
          </p:spPr>
        </p:pic>
        <p:pic>
          <p:nvPicPr>
            <p:cNvPr id="590" name="object 590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4434717" y="5917691"/>
              <a:ext cx="102107" cy="103631"/>
            </a:xfrm>
            <a:prstGeom prst="rect">
              <a:avLst/>
            </a:prstGeom>
          </p:spPr>
        </p:pic>
        <p:pic>
          <p:nvPicPr>
            <p:cNvPr id="591" name="object 591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4434717" y="5567171"/>
              <a:ext cx="102107" cy="103631"/>
            </a:xfrm>
            <a:prstGeom prst="rect">
              <a:avLst/>
            </a:prstGeom>
          </p:spPr>
        </p:pic>
        <p:pic>
          <p:nvPicPr>
            <p:cNvPr id="592" name="object 592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4434717" y="6271259"/>
              <a:ext cx="102107" cy="102107"/>
            </a:xfrm>
            <a:prstGeom prst="rect">
              <a:avLst/>
            </a:prstGeom>
          </p:spPr>
        </p:pic>
        <p:pic>
          <p:nvPicPr>
            <p:cNvPr id="593" name="object 593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4434717" y="5750052"/>
              <a:ext cx="102107" cy="102107"/>
            </a:xfrm>
            <a:prstGeom prst="rect">
              <a:avLst/>
            </a:prstGeom>
          </p:spPr>
        </p:pic>
        <p:pic>
          <p:nvPicPr>
            <p:cNvPr id="594" name="object 594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6717669" y="3928872"/>
              <a:ext cx="103631" cy="103631"/>
            </a:xfrm>
            <a:prstGeom prst="rect">
              <a:avLst/>
            </a:prstGeom>
          </p:spPr>
        </p:pic>
        <p:pic>
          <p:nvPicPr>
            <p:cNvPr id="595" name="object 595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7593969" y="4364735"/>
              <a:ext cx="103631" cy="103631"/>
            </a:xfrm>
            <a:prstGeom prst="rect">
              <a:avLst/>
            </a:prstGeom>
          </p:spPr>
        </p:pic>
      </p:grpSp>
      <p:sp>
        <p:nvSpPr>
          <p:cNvPr id="596" name="object 596"/>
          <p:cNvSpPr txBox="1"/>
          <p:nvPr/>
        </p:nvSpPr>
        <p:spPr>
          <a:xfrm>
            <a:off x="7750438" y="4278882"/>
            <a:ext cx="695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Singapore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97" name="object 59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598" name="object 598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95" dirty="0"/>
              <a:t>CUSTOMERS</a:t>
            </a:r>
            <a:r>
              <a:rPr spc="-40" dirty="0"/>
              <a:t> </a:t>
            </a:r>
            <a:r>
              <a:rPr spc="235" dirty="0"/>
              <a:t>WE</a:t>
            </a:r>
            <a:r>
              <a:rPr spc="-50" dirty="0"/>
              <a:t> </a:t>
            </a:r>
            <a:r>
              <a:rPr spc="170" dirty="0"/>
              <a:t>SERVE</a:t>
            </a:r>
          </a:p>
        </p:txBody>
      </p:sp>
      <p:sp>
        <p:nvSpPr>
          <p:cNvPr id="3" name="object 3"/>
          <p:cNvSpPr/>
          <p:nvPr/>
        </p:nvSpPr>
        <p:spPr>
          <a:xfrm>
            <a:off x="1272421" y="1764791"/>
            <a:ext cx="2533015" cy="4676140"/>
          </a:xfrm>
          <a:custGeom>
            <a:avLst/>
            <a:gdLst/>
            <a:ahLst/>
            <a:cxnLst/>
            <a:rect l="l" t="t" r="r" b="b"/>
            <a:pathLst>
              <a:path w="2533015" h="4676140">
                <a:moveTo>
                  <a:pt x="0" y="4675631"/>
                </a:moveTo>
                <a:lnTo>
                  <a:pt x="2532887" y="4675631"/>
                </a:lnTo>
                <a:lnTo>
                  <a:pt x="2532887" y="0"/>
                </a:lnTo>
                <a:lnTo>
                  <a:pt x="0" y="0"/>
                </a:lnTo>
                <a:lnTo>
                  <a:pt x="0" y="4675631"/>
                </a:lnTo>
                <a:close/>
              </a:path>
            </a:pathLst>
          </a:custGeom>
          <a:solidFill>
            <a:srgbClr val="E1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72421" y="1764791"/>
            <a:ext cx="2533015" cy="4676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400">
              <a:latin typeface="Times New Roman"/>
              <a:cs typeface="Times New Roman"/>
            </a:endParaRPr>
          </a:p>
          <a:p>
            <a:pPr marL="139700" marR="45085" indent="-635">
              <a:lnSpc>
                <a:spcPct val="104900"/>
              </a:lnSpc>
            </a:pPr>
            <a:r>
              <a:rPr sz="1400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leader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mobile,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fixed,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IP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optics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technologies,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and</a:t>
            </a:r>
            <a:r>
              <a:rPr sz="1400" spc="5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pioneer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applications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and </a:t>
            </a:r>
            <a:r>
              <a:rPr sz="1400" dirty="0">
                <a:latin typeface="Tahoma"/>
                <a:cs typeface="Tahoma"/>
              </a:rPr>
              <a:t>services,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offer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complete </a:t>
            </a:r>
            <a:r>
              <a:rPr sz="1400" dirty="0">
                <a:latin typeface="Tahoma"/>
                <a:cs typeface="Tahoma"/>
              </a:rPr>
              <a:t>solutions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help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service </a:t>
            </a:r>
            <a:r>
              <a:rPr sz="1400" dirty="0">
                <a:latin typeface="Tahoma"/>
                <a:cs typeface="Tahoma"/>
              </a:rPr>
              <a:t>providers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their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 </a:t>
            </a:r>
            <a:r>
              <a:rPr sz="1400" dirty="0">
                <a:latin typeface="Tahoma"/>
                <a:cs typeface="Tahoma"/>
              </a:rPr>
              <a:t>realize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potential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a </a:t>
            </a:r>
            <a:r>
              <a:rPr sz="1400" dirty="0">
                <a:latin typeface="Tahoma"/>
                <a:cs typeface="Tahoma"/>
              </a:rPr>
              <a:t>connected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world.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0852" y="4492242"/>
            <a:ext cx="2359660" cy="1582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20"/>
              </a:spcBef>
            </a:pPr>
            <a:r>
              <a:rPr sz="1400" dirty="0">
                <a:latin typeface="Arial"/>
                <a:cs typeface="Arial"/>
              </a:rPr>
              <a:t>We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provide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end-to-</a:t>
            </a:r>
            <a:r>
              <a:rPr sz="1400" spc="-25" dirty="0">
                <a:latin typeface="Arial"/>
                <a:cs typeface="Arial"/>
              </a:rPr>
              <a:t>end </a:t>
            </a:r>
            <a:r>
              <a:rPr sz="1400" dirty="0">
                <a:latin typeface="Arial"/>
                <a:cs typeface="Arial"/>
              </a:rPr>
              <a:t>turnkey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communications </a:t>
            </a:r>
            <a:r>
              <a:rPr sz="1400" dirty="0">
                <a:latin typeface="Arial"/>
                <a:cs typeface="Arial"/>
              </a:rPr>
              <a:t>integration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improve </a:t>
            </a:r>
            <a:r>
              <a:rPr sz="1400" dirty="0">
                <a:latin typeface="Arial"/>
                <a:cs typeface="Arial"/>
              </a:rPr>
              <a:t>quality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life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through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better </a:t>
            </a:r>
            <a:r>
              <a:rPr sz="1400" dirty="0">
                <a:latin typeface="Arial"/>
                <a:cs typeface="Arial"/>
              </a:rPr>
              <a:t>energy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management,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efficient </a:t>
            </a:r>
            <a:r>
              <a:rPr sz="1400" dirty="0">
                <a:latin typeface="Arial"/>
                <a:cs typeface="Arial"/>
              </a:rPr>
              <a:t>transportation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improved </a:t>
            </a:r>
            <a:r>
              <a:rPr sz="1400" dirty="0">
                <a:latin typeface="Arial"/>
                <a:cs typeface="Arial"/>
              </a:rPr>
              <a:t>government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3117" y="1764791"/>
            <a:ext cx="2560320" cy="4676140"/>
          </a:xfrm>
          <a:custGeom>
            <a:avLst/>
            <a:gdLst/>
            <a:ahLst/>
            <a:cxnLst/>
            <a:rect l="l" t="t" r="r" b="b"/>
            <a:pathLst>
              <a:path w="2560320" h="4676140">
                <a:moveTo>
                  <a:pt x="0" y="4675631"/>
                </a:moveTo>
                <a:lnTo>
                  <a:pt x="2560319" y="4675631"/>
                </a:lnTo>
                <a:lnTo>
                  <a:pt x="2560319" y="0"/>
                </a:lnTo>
                <a:lnTo>
                  <a:pt x="0" y="0"/>
                </a:lnTo>
                <a:lnTo>
                  <a:pt x="0" y="4675631"/>
                </a:lnTo>
                <a:close/>
              </a:path>
            </a:pathLst>
          </a:custGeom>
          <a:solidFill>
            <a:srgbClr val="D4F2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73117" y="1764791"/>
            <a:ext cx="2560320" cy="4676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400">
              <a:latin typeface="Times New Roman"/>
              <a:cs typeface="Times New Roman"/>
            </a:endParaRPr>
          </a:p>
          <a:p>
            <a:pPr marL="185420" marR="133350">
              <a:lnSpc>
                <a:spcPct val="99700"/>
              </a:lnSpc>
            </a:pPr>
            <a:r>
              <a:rPr sz="1400" dirty="0">
                <a:latin typeface="Tahoma"/>
                <a:cs typeface="Tahoma"/>
              </a:rPr>
              <a:t>We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help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our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and </a:t>
            </a:r>
            <a:r>
              <a:rPr sz="1400" dirty="0">
                <a:latin typeface="Tahoma"/>
                <a:cs typeface="Tahoma"/>
              </a:rPr>
              <a:t>government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 </a:t>
            </a:r>
            <a:r>
              <a:rPr sz="1400" dirty="0">
                <a:latin typeface="Tahoma"/>
                <a:cs typeface="Tahoma"/>
              </a:rPr>
              <a:t>worldwide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interconnect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their </a:t>
            </a:r>
            <a:r>
              <a:rPr sz="1400" dirty="0">
                <a:latin typeface="Tahoma"/>
                <a:cs typeface="Tahoma"/>
              </a:rPr>
              <a:t>networks,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people,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processes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knowledge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make </a:t>
            </a:r>
            <a:r>
              <a:rPr sz="1400" dirty="0">
                <a:latin typeface="Tahoma"/>
                <a:cs typeface="Tahoma"/>
              </a:rPr>
              <a:t>money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save</a:t>
            </a:r>
            <a:r>
              <a:rPr sz="1400" spc="-10" dirty="0">
                <a:latin typeface="Tahoma"/>
                <a:cs typeface="Tahoma"/>
              </a:rPr>
              <a:t> money.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2421" y="1199387"/>
            <a:ext cx="2533015" cy="565785"/>
          </a:xfrm>
          <a:prstGeom prst="rect">
            <a:avLst/>
          </a:prstGeom>
          <a:solidFill>
            <a:srgbClr val="00B1A8"/>
          </a:solidFill>
        </p:spPr>
        <p:txBody>
          <a:bodyPr vert="horz" wrap="square" lIns="0" tIns="16065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265"/>
              </a:spcBef>
            </a:pP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Tahoma"/>
                <a:cs typeface="Tahoma"/>
              </a:rPr>
              <a:t>PROVIDERS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9709" y="1199387"/>
            <a:ext cx="2714625" cy="565785"/>
          </a:xfrm>
          <a:prstGeom prst="rect">
            <a:avLst/>
          </a:prstGeom>
          <a:solidFill>
            <a:srgbClr val="7F7F7F"/>
          </a:solidFill>
        </p:spPr>
        <p:txBody>
          <a:bodyPr vert="horz" wrap="square" lIns="0" tIns="16065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265"/>
              </a:spcBef>
            </a:pPr>
            <a:r>
              <a:rPr sz="1600" spc="100" dirty="0">
                <a:solidFill>
                  <a:srgbClr val="FFFFFF"/>
                </a:solidFill>
                <a:latin typeface="Tahoma"/>
                <a:cs typeface="Tahoma"/>
              </a:rPr>
              <a:t>STRATEGIC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INDUSTRIES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73117" y="1199387"/>
            <a:ext cx="2560320" cy="565785"/>
          </a:xfrm>
          <a:prstGeom prst="rect">
            <a:avLst/>
          </a:prstGeom>
          <a:solidFill>
            <a:srgbClr val="33B132"/>
          </a:solidFill>
        </p:spPr>
        <p:txBody>
          <a:bodyPr vert="horz" wrap="square" lIns="0" tIns="160655" rIns="0" bIns="0" rtlCol="0">
            <a:spAutoFit/>
          </a:bodyPr>
          <a:lstStyle/>
          <a:p>
            <a:pPr marL="556260">
              <a:lnSpc>
                <a:spcPct val="100000"/>
              </a:lnSpc>
              <a:spcBef>
                <a:spcPts val="1265"/>
              </a:spcBef>
            </a:pP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ENTERPRISES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92458" y="2218944"/>
            <a:ext cx="1896110" cy="1969135"/>
            <a:chOff x="1592458" y="2218944"/>
            <a:chExt cx="1896110" cy="19691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058" y="2218944"/>
              <a:ext cx="377952" cy="2011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78970" y="2337816"/>
              <a:ext cx="749935" cy="177165"/>
            </a:xfrm>
            <a:custGeom>
              <a:avLst/>
              <a:gdLst/>
              <a:ahLst/>
              <a:cxnLst/>
              <a:rect l="l" t="t" r="r" b="b"/>
              <a:pathLst>
                <a:path w="749935" h="177164">
                  <a:moveTo>
                    <a:pt x="347472" y="0"/>
                  </a:moveTo>
                  <a:lnTo>
                    <a:pt x="445007" y="0"/>
                  </a:lnTo>
                </a:path>
                <a:path w="749935" h="177164">
                  <a:moveTo>
                    <a:pt x="341375" y="24384"/>
                  </a:moveTo>
                  <a:lnTo>
                    <a:pt x="432815" y="24384"/>
                  </a:lnTo>
                </a:path>
                <a:path w="749935" h="177164">
                  <a:moveTo>
                    <a:pt x="335280" y="42672"/>
                  </a:moveTo>
                  <a:lnTo>
                    <a:pt x="426719" y="42672"/>
                  </a:lnTo>
                </a:path>
                <a:path w="749935" h="177164">
                  <a:moveTo>
                    <a:pt x="329183" y="67056"/>
                  </a:moveTo>
                  <a:lnTo>
                    <a:pt x="420623" y="67056"/>
                  </a:lnTo>
                </a:path>
                <a:path w="749935" h="177164">
                  <a:moveTo>
                    <a:pt x="329183" y="73151"/>
                  </a:moveTo>
                  <a:lnTo>
                    <a:pt x="420623" y="73151"/>
                  </a:lnTo>
                </a:path>
                <a:path w="749935" h="177164">
                  <a:moveTo>
                    <a:pt x="597407" y="79248"/>
                  </a:moveTo>
                  <a:lnTo>
                    <a:pt x="701039" y="79248"/>
                  </a:lnTo>
                </a:path>
                <a:path w="749935" h="177164">
                  <a:moveTo>
                    <a:pt x="323088" y="91439"/>
                  </a:moveTo>
                  <a:lnTo>
                    <a:pt x="414527" y="91439"/>
                  </a:lnTo>
                </a:path>
                <a:path w="749935" h="177164">
                  <a:moveTo>
                    <a:pt x="323088" y="97536"/>
                  </a:moveTo>
                  <a:lnTo>
                    <a:pt x="414527" y="97536"/>
                  </a:lnTo>
                </a:path>
                <a:path w="749935" h="177164">
                  <a:moveTo>
                    <a:pt x="6095" y="128015"/>
                  </a:moveTo>
                  <a:lnTo>
                    <a:pt x="408432" y="128015"/>
                  </a:lnTo>
                </a:path>
                <a:path w="749935" h="177164">
                  <a:moveTo>
                    <a:pt x="6095" y="134112"/>
                  </a:moveTo>
                  <a:lnTo>
                    <a:pt x="408432" y="134112"/>
                  </a:lnTo>
                </a:path>
                <a:path w="749935" h="177164">
                  <a:moveTo>
                    <a:pt x="0" y="146304"/>
                  </a:moveTo>
                  <a:lnTo>
                    <a:pt x="97535" y="146304"/>
                  </a:lnTo>
                </a:path>
                <a:path w="749935" h="177164">
                  <a:moveTo>
                    <a:pt x="0" y="158495"/>
                  </a:moveTo>
                  <a:lnTo>
                    <a:pt x="91439" y="158495"/>
                  </a:lnTo>
                </a:path>
                <a:path w="749935" h="177164">
                  <a:moveTo>
                    <a:pt x="652272" y="176784"/>
                  </a:moveTo>
                  <a:lnTo>
                    <a:pt x="749807" y="176784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2874" y="2383536"/>
              <a:ext cx="542543" cy="25603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37338" y="2526792"/>
              <a:ext cx="109855" cy="24765"/>
            </a:xfrm>
            <a:custGeom>
              <a:avLst/>
              <a:gdLst/>
              <a:ahLst/>
              <a:cxnLst/>
              <a:rect l="l" t="t" r="r" b="b"/>
              <a:pathLst>
                <a:path w="109855" h="24764">
                  <a:moveTo>
                    <a:pt x="0" y="0"/>
                  </a:moveTo>
                  <a:lnTo>
                    <a:pt x="97535" y="0"/>
                  </a:lnTo>
                </a:path>
                <a:path w="109855" h="24764">
                  <a:moveTo>
                    <a:pt x="6095" y="12191"/>
                  </a:moveTo>
                  <a:lnTo>
                    <a:pt x="103631" y="12191"/>
                  </a:lnTo>
                </a:path>
                <a:path w="109855" h="24764">
                  <a:moveTo>
                    <a:pt x="12192" y="24384"/>
                  </a:moveTo>
                  <a:lnTo>
                    <a:pt x="109727" y="24384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3770" y="2420112"/>
              <a:ext cx="505967" cy="2438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878970" y="2581656"/>
              <a:ext cx="810895" cy="79375"/>
            </a:xfrm>
            <a:custGeom>
              <a:avLst/>
              <a:gdLst/>
              <a:ahLst/>
              <a:cxnLst/>
              <a:rect l="l" t="t" r="r" b="b"/>
              <a:pathLst>
                <a:path w="810894" h="79375">
                  <a:moveTo>
                    <a:pt x="0" y="0"/>
                  </a:moveTo>
                  <a:lnTo>
                    <a:pt x="91439" y="0"/>
                  </a:lnTo>
                </a:path>
                <a:path w="810894" h="79375">
                  <a:moveTo>
                    <a:pt x="682751" y="0"/>
                  </a:moveTo>
                  <a:lnTo>
                    <a:pt x="780287" y="0"/>
                  </a:lnTo>
                </a:path>
                <a:path w="810894" h="79375">
                  <a:moveTo>
                    <a:pt x="0" y="6096"/>
                  </a:moveTo>
                  <a:lnTo>
                    <a:pt x="91439" y="6096"/>
                  </a:lnTo>
                </a:path>
                <a:path w="810894" h="79375">
                  <a:moveTo>
                    <a:pt x="688848" y="12192"/>
                  </a:moveTo>
                  <a:lnTo>
                    <a:pt x="786383" y="12192"/>
                  </a:lnTo>
                </a:path>
                <a:path w="810894" h="79375">
                  <a:moveTo>
                    <a:pt x="6095" y="30479"/>
                  </a:moveTo>
                  <a:lnTo>
                    <a:pt x="97535" y="30479"/>
                  </a:lnTo>
                </a:path>
                <a:path w="810894" h="79375">
                  <a:moveTo>
                    <a:pt x="6095" y="36575"/>
                  </a:moveTo>
                  <a:lnTo>
                    <a:pt x="97535" y="36575"/>
                  </a:lnTo>
                </a:path>
                <a:path w="810894" h="79375">
                  <a:moveTo>
                    <a:pt x="701039" y="42672"/>
                  </a:moveTo>
                  <a:lnTo>
                    <a:pt x="798575" y="42672"/>
                  </a:lnTo>
                </a:path>
                <a:path w="810894" h="79375">
                  <a:moveTo>
                    <a:pt x="12192" y="54864"/>
                  </a:moveTo>
                  <a:lnTo>
                    <a:pt x="103631" y="54864"/>
                  </a:lnTo>
                </a:path>
                <a:path w="810894" h="79375">
                  <a:moveTo>
                    <a:pt x="408431" y="54864"/>
                  </a:moveTo>
                  <a:lnTo>
                    <a:pt x="542544" y="54864"/>
                  </a:lnTo>
                </a:path>
                <a:path w="810894" h="79375">
                  <a:moveTo>
                    <a:pt x="713232" y="79248"/>
                  </a:moveTo>
                  <a:lnTo>
                    <a:pt x="810767" y="79248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6858" y="2691384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0" y="0"/>
                  </a:moveTo>
                  <a:lnTo>
                    <a:pt x="67056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09450" y="2709672"/>
              <a:ext cx="109855" cy="30480"/>
            </a:xfrm>
            <a:custGeom>
              <a:avLst/>
              <a:gdLst/>
              <a:ahLst/>
              <a:cxnLst/>
              <a:rect l="l" t="t" r="r" b="b"/>
              <a:pathLst>
                <a:path w="109855" h="30480">
                  <a:moveTo>
                    <a:pt x="0" y="0"/>
                  </a:moveTo>
                  <a:lnTo>
                    <a:pt x="97535" y="0"/>
                  </a:lnTo>
                </a:path>
                <a:path w="109855" h="30480">
                  <a:moveTo>
                    <a:pt x="12192" y="30479"/>
                  </a:moveTo>
                  <a:lnTo>
                    <a:pt x="109727" y="30479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3770" y="2663952"/>
              <a:ext cx="566928" cy="1584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42138" y="274624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33834" y="2770631"/>
              <a:ext cx="810895" cy="55244"/>
            </a:xfrm>
            <a:custGeom>
              <a:avLst/>
              <a:gdLst/>
              <a:ahLst/>
              <a:cxnLst/>
              <a:rect l="l" t="t" r="r" b="b"/>
              <a:pathLst>
                <a:path w="810894" h="55244">
                  <a:moveTo>
                    <a:pt x="0" y="0"/>
                  </a:moveTo>
                  <a:lnTo>
                    <a:pt x="97535" y="0"/>
                  </a:lnTo>
                </a:path>
                <a:path w="810894" h="55244">
                  <a:moveTo>
                    <a:pt x="6096" y="12192"/>
                  </a:moveTo>
                  <a:lnTo>
                    <a:pt x="103631" y="12192"/>
                  </a:lnTo>
                </a:path>
                <a:path w="810894" h="55244">
                  <a:moveTo>
                    <a:pt x="256031" y="24384"/>
                  </a:moveTo>
                  <a:lnTo>
                    <a:pt x="603504" y="24384"/>
                  </a:lnTo>
                </a:path>
                <a:path w="810894" h="55244">
                  <a:moveTo>
                    <a:pt x="256031" y="30479"/>
                  </a:moveTo>
                  <a:lnTo>
                    <a:pt x="603504" y="30479"/>
                  </a:lnTo>
                </a:path>
                <a:path w="810894" h="55244">
                  <a:moveTo>
                    <a:pt x="256031" y="36575"/>
                  </a:moveTo>
                  <a:lnTo>
                    <a:pt x="603504" y="36575"/>
                  </a:lnTo>
                </a:path>
                <a:path w="810894" h="55244">
                  <a:moveTo>
                    <a:pt x="256031" y="42672"/>
                  </a:moveTo>
                  <a:lnTo>
                    <a:pt x="603504" y="42672"/>
                  </a:lnTo>
                </a:path>
                <a:path w="810894" h="55244">
                  <a:moveTo>
                    <a:pt x="670560" y="48768"/>
                  </a:moveTo>
                  <a:lnTo>
                    <a:pt x="810767" y="48768"/>
                  </a:lnTo>
                </a:path>
                <a:path w="810894" h="55244">
                  <a:moveTo>
                    <a:pt x="24384" y="54864"/>
                  </a:moveTo>
                  <a:lnTo>
                    <a:pt x="121919" y="54864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48234" y="28315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64314" y="2837688"/>
              <a:ext cx="97790" cy="0"/>
            </a:xfrm>
            <a:custGeom>
              <a:avLst/>
              <a:gdLst/>
              <a:ahLst/>
              <a:cxnLst/>
              <a:rect l="l" t="t" r="r" b="b"/>
              <a:pathLst>
                <a:path w="97789">
                  <a:moveTo>
                    <a:pt x="0" y="0"/>
                  </a:moveTo>
                  <a:lnTo>
                    <a:pt x="97535" y="0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21642" y="28498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10490" y="2855976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4650" y="2639568"/>
              <a:ext cx="932688" cy="31089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10490" y="2862072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>
                  <a:moveTo>
                    <a:pt x="0" y="0"/>
                  </a:moveTo>
                  <a:lnTo>
                    <a:pt x="158495" y="0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21386" y="28681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B6B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19178" y="2944368"/>
              <a:ext cx="512064" cy="670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598554" y="2977895"/>
              <a:ext cx="1426845" cy="55244"/>
            </a:xfrm>
            <a:custGeom>
              <a:avLst/>
              <a:gdLst/>
              <a:ahLst/>
              <a:cxnLst/>
              <a:rect l="l" t="t" r="r" b="b"/>
              <a:pathLst>
                <a:path w="1426845" h="55244">
                  <a:moveTo>
                    <a:pt x="1127760" y="0"/>
                  </a:moveTo>
                  <a:lnTo>
                    <a:pt x="1402080" y="0"/>
                  </a:lnTo>
                </a:path>
                <a:path w="1426845" h="55244">
                  <a:moveTo>
                    <a:pt x="0" y="30479"/>
                  </a:moveTo>
                  <a:lnTo>
                    <a:pt x="85343" y="30479"/>
                  </a:lnTo>
                </a:path>
                <a:path w="1426845" h="55244">
                  <a:moveTo>
                    <a:pt x="1127760" y="42671"/>
                  </a:moveTo>
                  <a:lnTo>
                    <a:pt x="1420368" y="42671"/>
                  </a:lnTo>
                </a:path>
                <a:path w="1426845" h="55244">
                  <a:moveTo>
                    <a:pt x="1127760" y="54863"/>
                  </a:moveTo>
                  <a:lnTo>
                    <a:pt x="1426464" y="54863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43562" y="2987040"/>
              <a:ext cx="475487" cy="7315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055754" y="3038855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39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14250" y="2749295"/>
              <a:ext cx="981455" cy="41452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616842" y="3051047"/>
              <a:ext cx="1414780" cy="91440"/>
            </a:xfrm>
            <a:custGeom>
              <a:avLst/>
              <a:gdLst/>
              <a:ahLst/>
              <a:cxnLst/>
              <a:rect l="l" t="t" r="r" b="b"/>
              <a:pathLst>
                <a:path w="1414780" h="91439">
                  <a:moveTo>
                    <a:pt x="432816" y="0"/>
                  </a:moveTo>
                  <a:lnTo>
                    <a:pt x="524255" y="0"/>
                  </a:lnTo>
                </a:path>
                <a:path w="1414780" h="91439">
                  <a:moveTo>
                    <a:pt x="1109472" y="0"/>
                  </a:moveTo>
                  <a:lnTo>
                    <a:pt x="1414272" y="0"/>
                  </a:lnTo>
                </a:path>
                <a:path w="1414780" h="91439">
                  <a:moveTo>
                    <a:pt x="0" y="6095"/>
                  </a:moveTo>
                  <a:lnTo>
                    <a:pt x="109728" y="6095"/>
                  </a:lnTo>
                </a:path>
                <a:path w="1414780" h="91439">
                  <a:moveTo>
                    <a:pt x="597408" y="6095"/>
                  </a:moveTo>
                  <a:lnTo>
                    <a:pt x="896112" y="6095"/>
                  </a:lnTo>
                </a:path>
                <a:path w="1414780" h="91439">
                  <a:moveTo>
                    <a:pt x="420624" y="54863"/>
                  </a:moveTo>
                  <a:lnTo>
                    <a:pt x="505967" y="54863"/>
                  </a:lnTo>
                </a:path>
                <a:path w="1414780" h="91439">
                  <a:moveTo>
                    <a:pt x="414528" y="91439"/>
                  </a:moveTo>
                  <a:lnTo>
                    <a:pt x="499871" y="91439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17754" y="316077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81306" y="3163824"/>
              <a:ext cx="97535" cy="1828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70282" y="3203447"/>
              <a:ext cx="311150" cy="12700"/>
            </a:xfrm>
            <a:custGeom>
              <a:avLst/>
              <a:gdLst/>
              <a:ahLst/>
              <a:cxnLst/>
              <a:rect l="l" t="t" r="r" b="b"/>
              <a:pathLst>
                <a:path w="311150" h="12700">
                  <a:moveTo>
                    <a:pt x="0" y="0"/>
                  </a:moveTo>
                  <a:lnTo>
                    <a:pt x="310895" y="0"/>
                  </a:lnTo>
                </a:path>
                <a:path w="311150" h="12700">
                  <a:moveTo>
                    <a:pt x="6095" y="12191"/>
                  </a:moveTo>
                  <a:lnTo>
                    <a:pt x="310895" y="12191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92458" y="2950463"/>
              <a:ext cx="1194816" cy="42062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21386" y="3157727"/>
              <a:ext cx="548640" cy="20726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049658" y="3264408"/>
              <a:ext cx="1426845" cy="109855"/>
            </a:xfrm>
            <a:custGeom>
              <a:avLst/>
              <a:gdLst/>
              <a:ahLst/>
              <a:cxnLst/>
              <a:rect l="l" t="t" r="r" b="b"/>
              <a:pathLst>
                <a:path w="1426845" h="109854">
                  <a:moveTo>
                    <a:pt x="414528" y="0"/>
                  </a:moveTo>
                  <a:lnTo>
                    <a:pt x="731519" y="0"/>
                  </a:lnTo>
                </a:path>
                <a:path w="1426845" h="109854">
                  <a:moveTo>
                    <a:pt x="914400" y="6096"/>
                  </a:moveTo>
                  <a:lnTo>
                    <a:pt x="999743" y="6096"/>
                  </a:lnTo>
                </a:path>
                <a:path w="1426845" h="109854">
                  <a:moveTo>
                    <a:pt x="408431" y="12192"/>
                  </a:moveTo>
                  <a:lnTo>
                    <a:pt x="725423" y="12192"/>
                  </a:lnTo>
                </a:path>
                <a:path w="1426845" h="109854">
                  <a:moveTo>
                    <a:pt x="371856" y="54863"/>
                  </a:moveTo>
                  <a:lnTo>
                    <a:pt x="694944" y="54863"/>
                  </a:lnTo>
                </a:path>
                <a:path w="1426845" h="109854">
                  <a:moveTo>
                    <a:pt x="896112" y="73151"/>
                  </a:moveTo>
                  <a:lnTo>
                    <a:pt x="987551" y="73151"/>
                  </a:lnTo>
                </a:path>
                <a:path w="1426845" h="109854">
                  <a:moveTo>
                    <a:pt x="0" y="85344"/>
                  </a:moveTo>
                  <a:lnTo>
                    <a:pt x="377952" y="85344"/>
                  </a:lnTo>
                </a:path>
                <a:path w="1426845" h="109854">
                  <a:moveTo>
                    <a:pt x="1316735" y="97536"/>
                  </a:moveTo>
                  <a:lnTo>
                    <a:pt x="1420367" y="97536"/>
                  </a:lnTo>
                </a:path>
                <a:path w="1426845" h="109854">
                  <a:moveTo>
                    <a:pt x="871728" y="109728"/>
                  </a:moveTo>
                  <a:lnTo>
                    <a:pt x="975359" y="109728"/>
                  </a:lnTo>
                </a:path>
                <a:path w="1426845" h="109854">
                  <a:moveTo>
                    <a:pt x="1328927" y="109728"/>
                  </a:moveTo>
                  <a:lnTo>
                    <a:pt x="1426463" y="109728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13082" y="3364991"/>
              <a:ext cx="774191" cy="7315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019178" y="3429000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>
                  <a:moveTo>
                    <a:pt x="0" y="0"/>
                  </a:moveTo>
                  <a:lnTo>
                    <a:pt x="158495" y="0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81306" y="3435096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94794" y="3441191"/>
              <a:ext cx="1463040" cy="43180"/>
            </a:xfrm>
            <a:custGeom>
              <a:avLst/>
              <a:gdLst/>
              <a:ahLst/>
              <a:cxnLst/>
              <a:rect l="l" t="t" r="r" b="b"/>
              <a:pathLst>
                <a:path w="1463039" h="43179">
                  <a:moveTo>
                    <a:pt x="18287" y="0"/>
                  </a:moveTo>
                  <a:lnTo>
                    <a:pt x="188975" y="0"/>
                  </a:lnTo>
                </a:path>
                <a:path w="1463039" h="43179">
                  <a:moveTo>
                    <a:pt x="0" y="42672"/>
                  </a:moveTo>
                  <a:lnTo>
                    <a:pt x="97535" y="42672"/>
                  </a:lnTo>
                </a:path>
                <a:path w="1463039" h="43179">
                  <a:moveTo>
                    <a:pt x="512063" y="42672"/>
                  </a:moveTo>
                  <a:lnTo>
                    <a:pt x="1463039" y="42672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84938" y="3364991"/>
              <a:ext cx="1103375" cy="20726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982602" y="3514344"/>
              <a:ext cx="1146175" cy="79375"/>
            </a:xfrm>
            <a:custGeom>
              <a:avLst/>
              <a:gdLst/>
              <a:ahLst/>
              <a:cxnLst/>
              <a:rect l="l" t="t" r="r" b="b"/>
              <a:pathLst>
                <a:path w="1146175" h="79375">
                  <a:moveTo>
                    <a:pt x="0" y="0"/>
                  </a:moveTo>
                  <a:lnTo>
                    <a:pt x="97535" y="0"/>
                  </a:lnTo>
                </a:path>
                <a:path w="1146175" h="79375">
                  <a:moveTo>
                    <a:pt x="1036319" y="54863"/>
                  </a:moveTo>
                  <a:lnTo>
                    <a:pt x="1133855" y="54863"/>
                  </a:lnTo>
                </a:path>
                <a:path w="1146175" h="79375">
                  <a:moveTo>
                    <a:pt x="1042416" y="67056"/>
                  </a:moveTo>
                  <a:lnTo>
                    <a:pt x="1139951" y="67056"/>
                  </a:lnTo>
                </a:path>
                <a:path w="1146175" h="79375">
                  <a:moveTo>
                    <a:pt x="1048512" y="79248"/>
                  </a:moveTo>
                  <a:lnTo>
                    <a:pt x="1146047" y="79248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15546" y="3444240"/>
              <a:ext cx="981456" cy="26822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915546" y="3624072"/>
              <a:ext cx="1237615" cy="97790"/>
            </a:xfrm>
            <a:custGeom>
              <a:avLst/>
              <a:gdLst/>
              <a:ahLst/>
              <a:cxnLst/>
              <a:rect l="l" t="t" r="r" b="b"/>
              <a:pathLst>
                <a:path w="1237614" h="97789">
                  <a:moveTo>
                    <a:pt x="1127760" y="0"/>
                  </a:moveTo>
                  <a:lnTo>
                    <a:pt x="1225295" y="0"/>
                  </a:lnTo>
                </a:path>
                <a:path w="1237614" h="97789">
                  <a:moveTo>
                    <a:pt x="1133856" y="12192"/>
                  </a:moveTo>
                  <a:lnTo>
                    <a:pt x="1231391" y="12192"/>
                  </a:lnTo>
                </a:path>
                <a:path w="1237614" h="97789">
                  <a:moveTo>
                    <a:pt x="1139952" y="24384"/>
                  </a:moveTo>
                  <a:lnTo>
                    <a:pt x="1237487" y="24384"/>
                  </a:lnTo>
                </a:path>
                <a:path w="1237614" h="97789">
                  <a:moveTo>
                    <a:pt x="12192" y="48768"/>
                  </a:moveTo>
                  <a:lnTo>
                    <a:pt x="103631" y="48768"/>
                  </a:lnTo>
                </a:path>
                <a:path w="1237614" h="97789">
                  <a:moveTo>
                    <a:pt x="6096" y="67056"/>
                  </a:moveTo>
                  <a:lnTo>
                    <a:pt x="97535" y="67056"/>
                  </a:lnTo>
                </a:path>
                <a:path w="1237614" h="97789">
                  <a:moveTo>
                    <a:pt x="6096" y="73152"/>
                  </a:moveTo>
                  <a:lnTo>
                    <a:pt x="97535" y="73152"/>
                  </a:lnTo>
                </a:path>
                <a:path w="1237614" h="97789">
                  <a:moveTo>
                    <a:pt x="0" y="91440"/>
                  </a:moveTo>
                  <a:lnTo>
                    <a:pt x="91439" y="91440"/>
                  </a:lnTo>
                </a:path>
                <a:path w="1237614" h="97789">
                  <a:moveTo>
                    <a:pt x="0" y="97536"/>
                  </a:moveTo>
                  <a:lnTo>
                    <a:pt x="91439" y="97536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87402" y="3706368"/>
              <a:ext cx="609599" cy="4267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903354" y="3733800"/>
              <a:ext cx="1286510" cy="43180"/>
            </a:xfrm>
            <a:custGeom>
              <a:avLst/>
              <a:gdLst/>
              <a:ahLst/>
              <a:cxnLst/>
              <a:rect l="l" t="t" r="r" b="b"/>
              <a:pathLst>
                <a:path w="1286510" h="43179">
                  <a:moveTo>
                    <a:pt x="902208" y="0"/>
                  </a:moveTo>
                  <a:lnTo>
                    <a:pt x="993647" y="0"/>
                  </a:lnTo>
                </a:path>
                <a:path w="1286510" h="43179">
                  <a:moveTo>
                    <a:pt x="6096" y="6095"/>
                  </a:moveTo>
                  <a:lnTo>
                    <a:pt x="97535" y="6095"/>
                  </a:lnTo>
                </a:path>
                <a:path w="1286510" h="43179">
                  <a:moveTo>
                    <a:pt x="1188720" y="6095"/>
                  </a:moveTo>
                  <a:lnTo>
                    <a:pt x="1280159" y="6095"/>
                  </a:lnTo>
                </a:path>
                <a:path w="1286510" h="43179">
                  <a:moveTo>
                    <a:pt x="6096" y="12191"/>
                  </a:moveTo>
                  <a:lnTo>
                    <a:pt x="97535" y="12191"/>
                  </a:lnTo>
                </a:path>
                <a:path w="1286510" h="43179">
                  <a:moveTo>
                    <a:pt x="902208" y="12191"/>
                  </a:moveTo>
                  <a:lnTo>
                    <a:pt x="993647" y="12191"/>
                  </a:lnTo>
                </a:path>
                <a:path w="1286510" h="43179">
                  <a:moveTo>
                    <a:pt x="902208" y="18287"/>
                  </a:moveTo>
                  <a:lnTo>
                    <a:pt x="993647" y="18287"/>
                  </a:lnTo>
                </a:path>
                <a:path w="1286510" h="43179">
                  <a:moveTo>
                    <a:pt x="902208" y="24383"/>
                  </a:moveTo>
                  <a:lnTo>
                    <a:pt x="993647" y="24383"/>
                  </a:lnTo>
                </a:path>
                <a:path w="1286510" h="43179">
                  <a:moveTo>
                    <a:pt x="1194816" y="30479"/>
                  </a:moveTo>
                  <a:lnTo>
                    <a:pt x="1286255" y="30479"/>
                  </a:lnTo>
                </a:path>
                <a:path w="1286510" h="43179">
                  <a:moveTo>
                    <a:pt x="0" y="36575"/>
                  </a:moveTo>
                  <a:lnTo>
                    <a:pt x="91439" y="36575"/>
                  </a:lnTo>
                </a:path>
                <a:path w="1286510" h="43179">
                  <a:moveTo>
                    <a:pt x="762000" y="36575"/>
                  </a:moveTo>
                  <a:lnTo>
                    <a:pt x="896112" y="36575"/>
                  </a:lnTo>
                </a:path>
                <a:path w="1286510" h="43179">
                  <a:moveTo>
                    <a:pt x="902208" y="36575"/>
                  </a:moveTo>
                  <a:lnTo>
                    <a:pt x="993647" y="36575"/>
                  </a:lnTo>
                </a:path>
                <a:path w="1286510" h="43179">
                  <a:moveTo>
                    <a:pt x="0" y="42671"/>
                  </a:moveTo>
                  <a:lnTo>
                    <a:pt x="91439" y="42671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20346" y="3749040"/>
              <a:ext cx="292607" cy="6095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671450" y="3776472"/>
              <a:ext cx="524510" cy="12700"/>
            </a:xfrm>
            <a:custGeom>
              <a:avLst/>
              <a:gdLst/>
              <a:ahLst/>
              <a:cxnLst/>
              <a:rect l="l" t="t" r="r" b="b"/>
              <a:pathLst>
                <a:path w="524510" h="12700">
                  <a:moveTo>
                    <a:pt x="0" y="0"/>
                  </a:moveTo>
                  <a:lnTo>
                    <a:pt x="225552" y="0"/>
                  </a:lnTo>
                </a:path>
                <a:path w="524510" h="12700">
                  <a:moveTo>
                    <a:pt x="432815" y="6096"/>
                  </a:moveTo>
                  <a:lnTo>
                    <a:pt x="524255" y="6096"/>
                  </a:lnTo>
                </a:path>
                <a:path w="524510" h="12700">
                  <a:moveTo>
                    <a:pt x="432815" y="12192"/>
                  </a:moveTo>
                  <a:lnTo>
                    <a:pt x="524255" y="12192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40970" y="3572255"/>
              <a:ext cx="566927" cy="34137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897258" y="3806952"/>
              <a:ext cx="1304925" cy="79375"/>
            </a:xfrm>
            <a:custGeom>
              <a:avLst/>
              <a:gdLst/>
              <a:ahLst/>
              <a:cxnLst/>
              <a:rect l="l" t="t" r="r" b="b"/>
              <a:pathLst>
                <a:path w="1304925" h="79375">
                  <a:moveTo>
                    <a:pt x="518160" y="0"/>
                  </a:moveTo>
                  <a:lnTo>
                    <a:pt x="615695" y="0"/>
                  </a:lnTo>
                </a:path>
                <a:path w="1304925" h="79375">
                  <a:moveTo>
                    <a:pt x="1213104" y="6095"/>
                  </a:moveTo>
                  <a:lnTo>
                    <a:pt x="1304543" y="6095"/>
                  </a:lnTo>
                </a:path>
                <a:path w="1304925" h="79375">
                  <a:moveTo>
                    <a:pt x="0" y="12191"/>
                  </a:moveTo>
                  <a:lnTo>
                    <a:pt x="91439" y="12191"/>
                  </a:lnTo>
                </a:path>
                <a:path w="1304925" h="79375">
                  <a:moveTo>
                    <a:pt x="524256" y="12191"/>
                  </a:moveTo>
                  <a:lnTo>
                    <a:pt x="621791" y="12191"/>
                  </a:lnTo>
                </a:path>
                <a:path w="1304925" h="79375">
                  <a:moveTo>
                    <a:pt x="1213104" y="12191"/>
                  </a:moveTo>
                  <a:lnTo>
                    <a:pt x="1304543" y="12191"/>
                  </a:lnTo>
                </a:path>
                <a:path w="1304925" h="79375">
                  <a:moveTo>
                    <a:pt x="0" y="18287"/>
                  </a:moveTo>
                  <a:lnTo>
                    <a:pt x="91439" y="18287"/>
                  </a:lnTo>
                </a:path>
                <a:path w="1304925" h="79375">
                  <a:moveTo>
                    <a:pt x="0" y="24384"/>
                  </a:moveTo>
                  <a:lnTo>
                    <a:pt x="91439" y="24384"/>
                  </a:lnTo>
                </a:path>
                <a:path w="1304925" h="79375">
                  <a:moveTo>
                    <a:pt x="0" y="30479"/>
                  </a:moveTo>
                  <a:lnTo>
                    <a:pt x="91439" y="30479"/>
                  </a:lnTo>
                </a:path>
                <a:path w="1304925" h="79375">
                  <a:moveTo>
                    <a:pt x="0" y="36575"/>
                  </a:moveTo>
                  <a:lnTo>
                    <a:pt x="91439" y="36575"/>
                  </a:lnTo>
                </a:path>
                <a:path w="1304925" h="79375">
                  <a:moveTo>
                    <a:pt x="536448" y="42672"/>
                  </a:moveTo>
                  <a:lnTo>
                    <a:pt x="633983" y="42672"/>
                  </a:lnTo>
                </a:path>
                <a:path w="1304925" h="79375">
                  <a:moveTo>
                    <a:pt x="0" y="48767"/>
                  </a:moveTo>
                  <a:lnTo>
                    <a:pt x="91439" y="48767"/>
                  </a:lnTo>
                </a:path>
                <a:path w="1304925" h="79375">
                  <a:moveTo>
                    <a:pt x="0" y="54863"/>
                  </a:moveTo>
                  <a:lnTo>
                    <a:pt x="91439" y="54863"/>
                  </a:lnTo>
                </a:path>
                <a:path w="1304925" h="79375">
                  <a:moveTo>
                    <a:pt x="542544" y="54863"/>
                  </a:moveTo>
                  <a:lnTo>
                    <a:pt x="640079" y="54863"/>
                  </a:lnTo>
                </a:path>
                <a:path w="1304925" h="79375">
                  <a:moveTo>
                    <a:pt x="0" y="60960"/>
                  </a:moveTo>
                  <a:lnTo>
                    <a:pt x="91439" y="60960"/>
                  </a:lnTo>
                </a:path>
                <a:path w="1304925" h="79375">
                  <a:moveTo>
                    <a:pt x="548639" y="67055"/>
                  </a:moveTo>
                  <a:lnTo>
                    <a:pt x="646175" y="67055"/>
                  </a:lnTo>
                </a:path>
                <a:path w="1304925" h="79375">
                  <a:moveTo>
                    <a:pt x="554736" y="79248"/>
                  </a:moveTo>
                  <a:lnTo>
                    <a:pt x="652271" y="79248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97258" y="3724655"/>
              <a:ext cx="451104" cy="28041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903354" y="3898392"/>
              <a:ext cx="1298575" cy="85725"/>
            </a:xfrm>
            <a:custGeom>
              <a:avLst/>
              <a:gdLst/>
              <a:ahLst/>
              <a:cxnLst/>
              <a:rect l="l" t="t" r="r" b="b"/>
              <a:pathLst>
                <a:path w="1298575" h="85725">
                  <a:moveTo>
                    <a:pt x="0" y="0"/>
                  </a:moveTo>
                  <a:lnTo>
                    <a:pt x="91439" y="0"/>
                  </a:lnTo>
                </a:path>
                <a:path w="1298575" h="85725">
                  <a:moveTo>
                    <a:pt x="1207008" y="12191"/>
                  </a:moveTo>
                  <a:lnTo>
                    <a:pt x="1298447" y="12191"/>
                  </a:lnTo>
                </a:path>
                <a:path w="1298575" h="85725">
                  <a:moveTo>
                    <a:pt x="890016" y="36575"/>
                  </a:moveTo>
                  <a:lnTo>
                    <a:pt x="1292352" y="36575"/>
                  </a:lnTo>
                </a:path>
                <a:path w="1298575" h="85725">
                  <a:moveTo>
                    <a:pt x="883920" y="73151"/>
                  </a:moveTo>
                  <a:lnTo>
                    <a:pt x="975359" y="73151"/>
                  </a:lnTo>
                </a:path>
                <a:path w="1298575" h="85725">
                  <a:moveTo>
                    <a:pt x="883920" y="79248"/>
                  </a:moveTo>
                  <a:lnTo>
                    <a:pt x="975359" y="79248"/>
                  </a:lnTo>
                </a:path>
                <a:path w="1298575" h="85725">
                  <a:moveTo>
                    <a:pt x="597408" y="85344"/>
                  </a:moveTo>
                  <a:lnTo>
                    <a:pt x="701039" y="85344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15418" y="3810000"/>
              <a:ext cx="786383" cy="371855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781178" y="3995927"/>
              <a:ext cx="91440" cy="6350"/>
            </a:xfrm>
            <a:custGeom>
              <a:avLst/>
              <a:gdLst/>
              <a:ahLst/>
              <a:cxnLst/>
              <a:rect l="l" t="t" r="r" b="b"/>
              <a:pathLst>
                <a:path w="91439" h="6350">
                  <a:moveTo>
                    <a:pt x="0" y="0"/>
                  </a:moveTo>
                  <a:lnTo>
                    <a:pt x="91439" y="0"/>
                  </a:lnTo>
                </a:path>
                <a:path w="91439" h="6350">
                  <a:moveTo>
                    <a:pt x="0" y="6096"/>
                  </a:moveTo>
                  <a:lnTo>
                    <a:pt x="91439" y="6096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006986" y="4008120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30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744602" y="4020311"/>
              <a:ext cx="121920" cy="60960"/>
            </a:xfrm>
            <a:custGeom>
              <a:avLst/>
              <a:gdLst/>
              <a:ahLst/>
              <a:cxnLst/>
              <a:rect l="l" t="t" r="r" b="b"/>
              <a:pathLst>
                <a:path w="121919" h="60960">
                  <a:moveTo>
                    <a:pt x="30480" y="0"/>
                  </a:moveTo>
                  <a:lnTo>
                    <a:pt x="121919" y="0"/>
                  </a:lnTo>
                </a:path>
                <a:path w="121919" h="60960">
                  <a:moveTo>
                    <a:pt x="12192" y="42671"/>
                  </a:moveTo>
                  <a:lnTo>
                    <a:pt x="109727" y="42671"/>
                  </a:lnTo>
                </a:path>
                <a:path w="121919" h="60960">
                  <a:moveTo>
                    <a:pt x="0" y="60959"/>
                  </a:moveTo>
                  <a:lnTo>
                    <a:pt x="103631" y="60959"/>
                  </a:lnTo>
                </a:path>
              </a:pathLst>
            </a:custGeom>
            <a:ln w="6095">
              <a:solidFill>
                <a:srgbClr val="00A5A1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714122" y="41849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7ED1C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4024762" y="3749040"/>
            <a:ext cx="2606040" cy="375285"/>
            <a:chOff x="4024762" y="3749040"/>
            <a:chExt cx="2606040" cy="375285"/>
          </a:xfrm>
        </p:grpSpPr>
        <p:sp>
          <p:nvSpPr>
            <p:cNvPr id="64" name="object 64"/>
            <p:cNvSpPr/>
            <p:nvPr/>
          </p:nvSpPr>
          <p:spPr>
            <a:xfrm>
              <a:off x="4024762" y="3799332"/>
              <a:ext cx="1435735" cy="0"/>
            </a:xfrm>
            <a:custGeom>
              <a:avLst/>
              <a:gdLst/>
              <a:ahLst/>
              <a:cxnLst/>
              <a:rect l="l" t="t" r="r" b="b"/>
              <a:pathLst>
                <a:path w="1435735">
                  <a:moveTo>
                    <a:pt x="0" y="0"/>
                  </a:moveTo>
                  <a:lnTo>
                    <a:pt x="402336" y="0"/>
                  </a:lnTo>
                </a:path>
                <a:path w="1435735">
                  <a:moveTo>
                    <a:pt x="493775" y="0"/>
                  </a:moveTo>
                  <a:lnTo>
                    <a:pt x="1435608" y="0"/>
                  </a:lnTo>
                </a:path>
              </a:pathLst>
            </a:custGeom>
            <a:ln w="9144">
              <a:solidFill>
                <a:srgbClr val="B5B5B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24762" y="3749040"/>
              <a:ext cx="2514600" cy="8229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024762" y="3808476"/>
              <a:ext cx="421005" cy="0"/>
            </a:xfrm>
            <a:custGeom>
              <a:avLst/>
              <a:gdLst/>
              <a:ahLst/>
              <a:cxnLst/>
              <a:rect l="l" t="t" r="r" b="b"/>
              <a:pathLst>
                <a:path w="421004">
                  <a:moveTo>
                    <a:pt x="0" y="0"/>
                  </a:moveTo>
                  <a:lnTo>
                    <a:pt x="420623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91106" y="3803904"/>
              <a:ext cx="996696" cy="914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024762" y="3817620"/>
              <a:ext cx="429895" cy="0"/>
            </a:xfrm>
            <a:custGeom>
              <a:avLst/>
              <a:gdLst/>
              <a:ahLst/>
              <a:cxnLst/>
              <a:rect l="l" t="t" r="r" b="b"/>
              <a:pathLst>
                <a:path w="429895">
                  <a:moveTo>
                    <a:pt x="0" y="0"/>
                  </a:moveTo>
                  <a:lnTo>
                    <a:pt x="429768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24762" y="3813048"/>
              <a:ext cx="2560319" cy="8229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24762" y="3886200"/>
              <a:ext cx="2578608" cy="3657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24762" y="3913632"/>
              <a:ext cx="2596896" cy="5486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024762" y="3973068"/>
              <a:ext cx="2597150" cy="36830"/>
            </a:xfrm>
            <a:custGeom>
              <a:avLst/>
              <a:gdLst/>
              <a:ahLst/>
              <a:cxnLst/>
              <a:rect l="l" t="t" r="r" b="b"/>
              <a:pathLst>
                <a:path w="2597150" h="36829">
                  <a:moveTo>
                    <a:pt x="0" y="0"/>
                  </a:moveTo>
                  <a:lnTo>
                    <a:pt x="1472183" y="0"/>
                  </a:lnTo>
                </a:path>
                <a:path w="2597150" h="36829">
                  <a:moveTo>
                    <a:pt x="1490472" y="0"/>
                  </a:moveTo>
                  <a:lnTo>
                    <a:pt x="2596896" y="0"/>
                  </a:lnTo>
                </a:path>
                <a:path w="2597150" h="36829">
                  <a:moveTo>
                    <a:pt x="0" y="9144"/>
                  </a:moveTo>
                  <a:lnTo>
                    <a:pt x="1472183" y="9144"/>
                  </a:lnTo>
                </a:path>
                <a:path w="2597150" h="36829">
                  <a:moveTo>
                    <a:pt x="1490472" y="9144"/>
                  </a:moveTo>
                  <a:lnTo>
                    <a:pt x="2596896" y="9144"/>
                  </a:lnTo>
                </a:path>
                <a:path w="2597150" h="36829">
                  <a:moveTo>
                    <a:pt x="0" y="18287"/>
                  </a:moveTo>
                  <a:lnTo>
                    <a:pt x="1472183" y="18287"/>
                  </a:lnTo>
                </a:path>
                <a:path w="2597150" h="36829">
                  <a:moveTo>
                    <a:pt x="1490472" y="18287"/>
                  </a:moveTo>
                  <a:lnTo>
                    <a:pt x="2596896" y="18287"/>
                  </a:lnTo>
                </a:path>
                <a:path w="2597150" h="36829">
                  <a:moveTo>
                    <a:pt x="0" y="27432"/>
                  </a:moveTo>
                  <a:lnTo>
                    <a:pt x="1472183" y="27432"/>
                  </a:lnTo>
                </a:path>
                <a:path w="2597150" h="36829">
                  <a:moveTo>
                    <a:pt x="0" y="36575"/>
                  </a:moveTo>
                  <a:lnTo>
                    <a:pt x="1472183" y="36575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24762" y="3995928"/>
              <a:ext cx="2606040" cy="8229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25930" y="4078224"/>
              <a:ext cx="192023" cy="914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36826" y="4078224"/>
              <a:ext cx="192023" cy="914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36442" y="4069080"/>
              <a:ext cx="246888" cy="1828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56482" y="4069080"/>
              <a:ext cx="274320" cy="1828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31770" y="4078224"/>
              <a:ext cx="182880" cy="3657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35074" y="4087368"/>
              <a:ext cx="173736" cy="2743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551810" y="4069080"/>
              <a:ext cx="384048" cy="4572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545970" y="4087368"/>
              <a:ext cx="173736" cy="2743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65626" y="4087368"/>
              <a:ext cx="265176" cy="27432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262506" y="4119372"/>
              <a:ext cx="429895" cy="0"/>
            </a:xfrm>
            <a:custGeom>
              <a:avLst/>
              <a:gdLst/>
              <a:ahLst/>
              <a:cxnLst/>
              <a:rect l="l" t="t" r="r" b="b"/>
              <a:pathLst>
                <a:path w="429895">
                  <a:moveTo>
                    <a:pt x="0" y="0"/>
                  </a:moveTo>
                  <a:lnTo>
                    <a:pt x="18288" y="0"/>
                  </a:lnTo>
                </a:path>
                <a:path w="429895">
                  <a:moveTo>
                    <a:pt x="100583" y="0"/>
                  </a:moveTo>
                  <a:lnTo>
                    <a:pt x="118872" y="0"/>
                  </a:lnTo>
                </a:path>
                <a:path w="429895">
                  <a:moveTo>
                    <a:pt x="320039" y="0"/>
                  </a:moveTo>
                  <a:lnTo>
                    <a:pt x="338328" y="0"/>
                  </a:lnTo>
                </a:path>
                <a:path w="429895">
                  <a:moveTo>
                    <a:pt x="411479" y="0"/>
                  </a:moveTo>
                  <a:lnTo>
                    <a:pt x="429768" y="0"/>
                  </a:lnTo>
                </a:path>
              </a:pathLst>
            </a:custGeom>
            <a:ln w="9144">
              <a:solidFill>
                <a:srgbClr val="A3A4A5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277490" y="4119372"/>
              <a:ext cx="1225550" cy="0"/>
            </a:xfrm>
            <a:custGeom>
              <a:avLst/>
              <a:gdLst/>
              <a:ahLst/>
              <a:cxnLst/>
              <a:rect l="l" t="t" r="r" b="b"/>
              <a:pathLst>
                <a:path w="1225550">
                  <a:moveTo>
                    <a:pt x="0" y="0"/>
                  </a:moveTo>
                  <a:lnTo>
                    <a:pt x="18288" y="0"/>
                  </a:lnTo>
                </a:path>
                <a:path w="1225550">
                  <a:moveTo>
                    <a:pt x="91440" y="0"/>
                  </a:moveTo>
                  <a:lnTo>
                    <a:pt x="109728" y="0"/>
                  </a:lnTo>
                </a:path>
                <a:path w="1225550">
                  <a:moveTo>
                    <a:pt x="310896" y="0"/>
                  </a:moveTo>
                  <a:lnTo>
                    <a:pt x="329184" y="0"/>
                  </a:lnTo>
                </a:path>
                <a:path w="1225550">
                  <a:moveTo>
                    <a:pt x="402336" y="0"/>
                  </a:moveTo>
                  <a:lnTo>
                    <a:pt x="429768" y="0"/>
                  </a:lnTo>
                </a:path>
                <a:path w="1225550">
                  <a:moveTo>
                    <a:pt x="512064" y="0"/>
                  </a:moveTo>
                  <a:lnTo>
                    <a:pt x="530352" y="0"/>
                  </a:lnTo>
                </a:path>
                <a:path w="1225550">
                  <a:moveTo>
                    <a:pt x="603504" y="0"/>
                  </a:moveTo>
                  <a:lnTo>
                    <a:pt x="621792" y="0"/>
                  </a:lnTo>
                </a:path>
                <a:path w="1225550">
                  <a:moveTo>
                    <a:pt x="1124712" y="0"/>
                  </a:moveTo>
                  <a:lnTo>
                    <a:pt x="1143000" y="0"/>
                  </a:lnTo>
                </a:path>
                <a:path w="1225550">
                  <a:moveTo>
                    <a:pt x="1216152" y="0"/>
                  </a:moveTo>
                  <a:lnTo>
                    <a:pt x="1225296" y="0"/>
                  </a:lnTo>
                </a:path>
              </a:pathLst>
            </a:custGeom>
            <a:ln w="9144">
              <a:solidFill>
                <a:srgbClr val="B5B5B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" name="object 85"/>
          <p:cNvGrpSpPr/>
          <p:nvPr/>
        </p:nvGrpSpPr>
        <p:grpSpPr>
          <a:xfrm>
            <a:off x="4225930" y="2423160"/>
            <a:ext cx="731520" cy="1179830"/>
            <a:chOff x="4225930" y="2423160"/>
            <a:chExt cx="731520" cy="1179830"/>
          </a:xfrm>
        </p:grpSpPr>
        <p:pic>
          <p:nvPicPr>
            <p:cNvPr id="86" name="object 8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44802" y="2423160"/>
              <a:ext cx="146304" cy="4572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747138" y="2423160"/>
              <a:ext cx="155448" cy="6400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454530" y="2464308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344802" y="2468880"/>
              <a:ext cx="45719" cy="9144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875154" y="2482596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335658" y="2478024"/>
              <a:ext cx="45720" cy="1828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344802" y="2491740"/>
              <a:ext cx="558165" cy="9525"/>
            </a:xfrm>
            <a:custGeom>
              <a:avLst/>
              <a:gdLst/>
              <a:ahLst/>
              <a:cxnLst/>
              <a:rect l="l" t="t" r="r" b="b"/>
              <a:pathLst>
                <a:path w="558164" h="9525">
                  <a:moveTo>
                    <a:pt x="530352" y="0"/>
                  </a:moveTo>
                  <a:lnTo>
                    <a:pt x="557784" y="0"/>
                  </a:lnTo>
                </a:path>
                <a:path w="558164" h="9525">
                  <a:moveTo>
                    <a:pt x="0" y="9144"/>
                  </a:moveTo>
                  <a:lnTo>
                    <a:pt x="36576" y="9144"/>
                  </a:lnTo>
                </a:path>
                <a:path w="558164" h="9525">
                  <a:moveTo>
                    <a:pt x="530352" y="9144"/>
                  </a:moveTo>
                  <a:lnTo>
                    <a:pt x="557784" y="9144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225930" y="2423160"/>
              <a:ext cx="731520" cy="475488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454530" y="2894076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326514" y="2898648"/>
              <a:ext cx="64008" cy="18288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344802" y="2921508"/>
              <a:ext cx="45720" cy="0"/>
            </a:xfrm>
            <a:custGeom>
              <a:avLst/>
              <a:gdLst/>
              <a:ahLst/>
              <a:cxnLst/>
              <a:rect l="l" t="t" r="r" b="b"/>
              <a:pathLst>
                <a:path w="45720">
                  <a:moveTo>
                    <a:pt x="0" y="0"/>
                  </a:moveTo>
                  <a:lnTo>
                    <a:pt x="45719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920874" y="2889504"/>
              <a:ext cx="36576" cy="8229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344802" y="2898648"/>
              <a:ext cx="338328" cy="8229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408810" y="2980944"/>
              <a:ext cx="128016" cy="18288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4427098" y="3003804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609978" y="2971800"/>
              <a:ext cx="347472" cy="3657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4609978" y="3012948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4">
                  <a:moveTo>
                    <a:pt x="0" y="0"/>
                  </a:moveTo>
                  <a:lnTo>
                    <a:pt x="27432" y="0"/>
                  </a:lnTo>
                </a:path>
                <a:path w="27939" h="55244">
                  <a:moveTo>
                    <a:pt x="0" y="9143"/>
                  </a:moveTo>
                  <a:lnTo>
                    <a:pt x="27432" y="9143"/>
                  </a:lnTo>
                </a:path>
                <a:path w="27939" h="55244">
                  <a:moveTo>
                    <a:pt x="0" y="18287"/>
                  </a:moveTo>
                  <a:lnTo>
                    <a:pt x="27432" y="18287"/>
                  </a:lnTo>
                </a:path>
                <a:path w="27939" h="55244">
                  <a:moveTo>
                    <a:pt x="0" y="27432"/>
                  </a:moveTo>
                  <a:lnTo>
                    <a:pt x="27432" y="27432"/>
                  </a:lnTo>
                </a:path>
                <a:path w="27939" h="55244">
                  <a:moveTo>
                    <a:pt x="0" y="36575"/>
                  </a:moveTo>
                  <a:lnTo>
                    <a:pt x="27432" y="36575"/>
                  </a:lnTo>
                </a:path>
                <a:path w="27939" h="55244">
                  <a:moveTo>
                    <a:pt x="0" y="45719"/>
                  </a:moveTo>
                  <a:lnTo>
                    <a:pt x="27432" y="45719"/>
                  </a:lnTo>
                </a:path>
                <a:path w="27939" h="55244">
                  <a:moveTo>
                    <a:pt x="0" y="54863"/>
                  </a:moveTo>
                  <a:lnTo>
                    <a:pt x="27432" y="54863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27098" y="2999232"/>
              <a:ext cx="210312" cy="155448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4555114" y="3076956"/>
              <a:ext cx="82550" cy="82550"/>
            </a:xfrm>
            <a:custGeom>
              <a:avLst/>
              <a:gdLst/>
              <a:ahLst/>
              <a:cxnLst/>
              <a:rect l="l" t="t" r="r" b="b"/>
              <a:pathLst>
                <a:path w="82550" h="82550">
                  <a:moveTo>
                    <a:pt x="54864" y="0"/>
                  </a:moveTo>
                  <a:lnTo>
                    <a:pt x="82296" y="0"/>
                  </a:lnTo>
                </a:path>
                <a:path w="82550" h="82550">
                  <a:moveTo>
                    <a:pt x="54864" y="9143"/>
                  </a:moveTo>
                  <a:lnTo>
                    <a:pt x="82296" y="9143"/>
                  </a:lnTo>
                </a:path>
                <a:path w="82550" h="82550">
                  <a:moveTo>
                    <a:pt x="54864" y="18287"/>
                  </a:moveTo>
                  <a:lnTo>
                    <a:pt x="82296" y="18287"/>
                  </a:lnTo>
                </a:path>
                <a:path w="82550" h="82550">
                  <a:moveTo>
                    <a:pt x="54864" y="27431"/>
                  </a:moveTo>
                  <a:lnTo>
                    <a:pt x="82296" y="27431"/>
                  </a:lnTo>
                </a:path>
                <a:path w="82550" h="82550">
                  <a:moveTo>
                    <a:pt x="54864" y="36575"/>
                  </a:moveTo>
                  <a:lnTo>
                    <a:pt x="82296" y="36575"/>
                  </a:lnTo>
                </a:path>
                <a:path w="82550" h="82550">
                  <a:moveTo>
                    <a:pt x="0" y="82296"/>
                  </a:moveTo>
                  <a:lnTo>
                    <a:pt x="82296" y="82296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427098" y="3163824"/>
              <a:ext cx="411480" cy="329184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673986" y="3483863"/>
              <a:ext cx="36576" cy="6400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527682" y="3493008"/>
              <a:ext cx="173736" cy="100584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664842" y="3552444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609978" y="3598163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9144">
              <a:solidFill>
                <a:srgbClr val="B5B5B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5314065" y="2624327"/>
            <a:ext cx="1280160" cy="768350"/>
            <a:chOff x="5314065" y="2624327"/>
            <a:chExt cx="1280160" cy="768350"/>
          </a:xfrm>
        </p:grpSpPr>
        <p:pic>
          <p:nvPicPr>
            <p:cNvPr id="111" name="object 11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314065" y="2624327"/>
              <a:ext cx="548640" cy="621792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246753" y="3118104"/>
              <a:ext cx="64007" cy="9144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246753" y="3131819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0" y="0"/>
                  </a:moveTo>
                  <a:lnTo>
                    <a:pt x="64007" y="0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89553" y="3136391"/>
              <a:ext cx="786384" cy="15544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323209" y="3250691"/>
              <a:ext cx="347980" cy="73660"/>
            </a:xfrm>
            <a:custGeom>
              <a:avLst/>
              <a:gdLst/>
              <a:ahLst/>
              <a:cxnLst/>
              <a:rect l="l" t="t" r="r" b="b"/>
              <a:pathLst>
                <a:path w="347979" h="73660">
                  <a:moveTo>
                    <a:pt x="0" y="0"/>
                  </a:moveTo>
                  <a:lnTo>
                    <a:pt x="347472" y="0"/>
                  </a:lnTo>
                </a:path>
                <a:path w="347979" h="73660">
                  <a:moveTo>
                    <a:pt x="0" y="9143"/>
                  </a:moveTo>
                  <a:lnTo>
                    <a:pt x="347472" y="9143"/>
                  </a:lnTo>
                </a:path>
                <a:path w="347979" h="73660">
                  <a:moveTo>
                    <a:pt x="0" y="18287"/>
                  </a:moveTo>
                  <a:lnTo>
                    <a:pt x="347472" y="18287"/>
                  </a:lnTo>
                </a:path>
                <a:path w="347979" h="73660">
                  <a:moveTo>
                    <a:pt x="0" y="27432"/>
                  </a:moveTo>
                  <a:lnTo>
                    <a:pt x="347472" y="27432"/>
                  </a:lnTo>
                </a:path>
                <a:path w="347979" h="73660">
                  <a:moveTo>
                    <a:pt x="0" y="36575"/>
                  </a:moveTo>
                  <a:lnTo>
                    <a:pt x="347472" y="36575"/>
                  </a:lnTo>
                </a:path>
                <a:path w="347979" h="73660">
                  <a:moveTo>
                    <a:pt x="0" y="45720"/>
                  </a:moveTo>
                  <a:lnTo>
                    <a:pt x="347472" y="45720"/>
                  </a:lnTo>
                </a:path>
                <a:path w="347979" h="73660">
                  <a:moveTo>
                    <a:pt x="0" y="54863"/>
                  </a:moveTo>
                  <a:lnTo>
                    <a:pt x="347472" y="54863"/>
                  </a:lnTo>
                </a:path>
                <a:path w="347979" h="73660">
                  <a:moveTo>
                    <a:pt x="0" y="64008"/>
                  </a:moveTo>
                  <a:lnTo>
                    <a:pt x="347472" y="64008"/>
                  </a:lnTo>
                </a:path>
                <a:path w="347979" h="73660">
                  <a:moveTo>
                    <a:pt x="0" y="73151"/>
                  </a:moveTo>
                  <a:lnTo>
                    <a:pt x="347472" y="73151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789553" y="3291840"/>
              <a:ext cx="804671" cy="64008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5323209" y="3332987"/>
              <a:ext cx="347980" cy="9525"/>
            </a:xfrm>
            <a:custGeom>
              <a:avLst/>
              <a:gdLst/>
              <a:ahLst/>
              <a:cxnLst/>
              <a:rect l="l" t="t" r="r" b="b"/>
              <a:pathLst>
                <a:path w="347979" h="9525">
                  <a:moveTo>
                    <a:pt x="0" y="0"/>
                  </a:moveTo>
                  <a:lnTo>
                    <a:pt x="347472" y="0"/>
                  </a:lnTo>
                </a:path>
                <a:path w="347979" h="9525">
                  <a:moveTo>
                    <a:pt x="0" y="9143"/>
                  </a:moveTo>
                  <a:lnTo>
                    <a:pt x="347472" y="9143"/>
                  </a:lnTo>
                </a:path>
              </a:pathLst>
            </a:custGeom>
            <a:ln w="9144">
              <a:solidFill>
                <a:srgbClr val="6C6D7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323209" y="3346704"/>
              <a:ext cx="347472" cy="914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009009" y="3355847"/>
              <a:ext cx="100584" cy="36576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365625" y="3346704"/>
              <a:ext cx="109728" cy="45720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6969130" y="2731007"/>
            <a:ext cx="2334895" cy="1329055"/>
            <a:chOff x="6969130" y="2731007"/>
            <a:chExt cx="2334895" cy="1329055"/>
          </a:xfrm>
        </p:grpSpPr>
        <p:sp>
          <p:nvSpPr>
            <p:cNvPr id="122" name="object 122"/>
            <p:cNvSpPr/>
            <p:nvPr/>
          </p:nvSpPr>
          <p:spPr>
            <a:xfrm>
              <a:off x="7840858" y="2734055"/>
              <a:ext cx="1310640" cy="97790"/>
            </a:xfrm>
            <a:custGeom>
              <a:avLst/>
              <a:gdLst/>
              <a:ahLst/>
              <a:cxnLst/>
              <a:rect l="l" t="t" r="r" b="b"/>
              <a:pathLst>
                <a:path w="1310640" h="97789">
                  <a:moveTo>
                    <a:pt x="1207007" y="0"/>
                  </a:moveTo>
                  <a:lnTo>
                    <a:pt x="1310639" y="0"/>
                  </a:lnTo>
                </a:path>
                <a:path w="1310640" h="97789">
                  <a:moveTo>
                    <a:pt x="1207007" y="6096"/>
                  </a:moveTo>
                  <a:lnTo>
                    <a:pt x="1310639" y="6096"/>
                  </a:lnTo>
                </a:path>
                <a:path w="1310640" h="97789">
                  <a:moveTo>
                    <a:pt x="1207007" y="12191"/>
                  </a:moveTo>
                  <a:lnTo>
                    <a:pt x="1310639" y="12191"/>
                  </a:lnTo>
                </a:path>
                <a:path w="1310640" h="97789">
                  <a:moveTo>
                    <a:pt x="1207007" y="18287"/>
                  </a:moveTo>
                  <a:lnTo>
                    <a:pt x="1310639" y="18287"/>
                  </a:lnTo>
                </a:path>
                <a:path w="1310640" h="97789">
                  <a:moveTo>
                    <a:pt x="1207007" y="24384"/>
                  </a:moveTo>
                  <a:lnTo>
                    <a:pt x="1310639" y="24384"/>
                  </a:lnTo>
                </a:path>
                <a:path w="1310640" h="97789">
                  <a:moveTo>
                    <a:pt x="1207007" y="30480"/>
                  </a:moveTo>
                  <a:lnTo>
                    <a:pt x="1310639" y="30480"/>
                  </a:lnTo>
                </a:path>
                <a:path w="1310640" h="97789">
                  <a:moveTo>
                    <a:pt x="1207007" y="36576"/>
                  </a:moveTo>
                  <a:lnTo>
                    <a:pt x="1310639" y="36576"/>
                  </a:lnTo>
                </a:path>
                <a:path w="1310640" h="97789">
                  <a:moveTo>
                    <a:pt x="1207007" y="42672"/>
                  </a:moveTo>
                  <a:lnTo>
                    <a:pt x="1310639" y="42672"/>
                  </a:lnTo>
                </a:path>
                <a:path w="1310640" h="97789">
                  <a:moveTo>
                    <a:pt x="1207007" y="48767"/>
                  </a:moveTo>
                  <a:lnTo>
                    <a:pt x="1310639" y="48767"/>
                  </a:lnTo>
                </a:path>
                <a:path w="1310640" h="97789">
                  <a:moveTo>
                    <a:pt x="1207007" y="54863"/>
                  </a:moveTo>
                  <a:lnTo>
                    <a:pt x="1310639" y="54863"/>
                  </a:lnTo>
                </a:path>
                <a:path w="1310640" h="97789">
                  <a:moveTo>
                    <a:pt x="1207007" y="60960"/>
                  </a:moveTo>
                  <a:lnTo>
                    <a:pt x="1310639" y="60960"/>
                  </a:lnTo>
                </a:path>
                <a:path w="1310640" h="97789">
                  <a:moveTo>
                    <a:pt x="1207007" y="67056"/>
                  </a:moveTo>
                  <a:lnTo>
                    <a:pt x="1310639" y="67056"/>
                  </a:lnTo>
                </a:path>
                <a:path w="1310640" h="97789">
                  <a:moveTo>
                    <a:pt x="1207007" y="73152"/>
                  </a:moveTo>
                  <a:lnTo>
                    <a:pt x="1310639" y="73152"/>
                  </a:lnTo>
                </a:path>
                <a:path w="1310640" h="97789">
                  <a:moveTo>
                    <a:pt x="1207007" y="79248"/>
                  </a:moveTo>
                  <a:lnTo>
                    <a:pt x="1310639" y="79248"/>
                  </a:lnTo>
                </a:path>
                <a:path w="1310640" h="97789">
                  <a:moveTo>
                    <a:pt x="1207007" y="85343"/>
                  </a:moveTo>
                  <a:lnTo>
                    <a:pt x="1310639" y="85343"/>
                  </a:lnTo>
                </a:path>
                <a:path w="1310640" h="97789">
                  <a:moveTo>
                    <a:pt x="1207007" y="91439"/>
                  </a:moveTo>
                  <a:lnTo>
                    <a:pt x="1310639" y="91439"/>
                  </a:lnTo>
                </a:path>
                <a:path w="1310640" h="97789">
                  <a:moveTo>
                    <a:pt x="0" y="97536"/>
                  </a:moveTo>
                  <a:lnTo>
                    <a:pt x="438912" y="97536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761610" y="2816351"/>
              <a:ext cx="518160" cy="30479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7853050" y="2831591"/>
              <a:ext cx="1298575" cy="12700"/>
            </a:xfrm>
            <a:custGeom>
              <a:avLst/>
              <a:gdLst/>
              <a:ahLst/>
              <a:cxnLst/>
              <a:rect l="l" t="t" r="r" b="b"/>
              <a:pathLst>
                <a:path w="1298575" h="12700">
                  <a:moveTo>
                    <a:pt x="1194815" y="0"/>
                  </a:moveTo>
                  <a:lnTo>
                    <a:pt x="1298447" y="0"/>
                  </a:lnTo>
                </a:path>
                <a:path w="1298575" h="12700">
                  <a:moveTo>
                    <a:pt x="1194815" y="6096"/>
                  </a:moveTo>
                  <a:lnTo>
                    <a:pt x="1298447" y="6096"/>
                  </a:lnTo>
                </a:path>
                <a:path w="1298575" h="12700">
                  <a:moveTo>
                    <a:pt x="0" y="12192"/>
                  </a:moveTo>
                  <a:lnTo>
                    <a:pt x="426719" y="12192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487034" y="2843783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195071" y="0"/>
                  </a:lnTo>
                </a:path>
              </a:pathLst>
            </a:custGeom>
            <a:ln w="6095">
              <a:solidFill>
                <a:srgbClr val="A6DBA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761610" y="2849879"/>
              <a:ext cx="518159" cy="55244"/>
            </a:xfrm>
            <a:custGeom>
              <a:avLst/>
              <a:gdLst/>
              <a:ahLst/>
              <a:cxnLst/>
              <a:rect l="l" t="t" r="r" b="b"/>
              <a:pathLst>
                <a:path w="518159" h="55244">
                  <a:moveTo>
                    <a:pt x="0" y="0"/>
                  </a:moveTo>
                  <a:lnTo>
                    <a:pt x="48767" y="0"/>
                  </a:lnTo>
                </a:path>
                <a:path w="518159" h="55244">
                  <a:moveTo>
                    <a:pt x="91440" y="0"/>
                  </a:moveTo>
                  <a:lnTo>
                    <a:pt x="518159" y="0"/>
                  </a:lnTo>
                </a:path>
                <a:path w="518159" h="55244">
                  <a:moveTo>
                    <a:pt x="91440" y="6096"/>
                  </a:moveTo>
                  <a:lnTo>
                    <a:pt x="518159" y="6096"/>
                  </a:lnTo>
                </a:path>
                <a:path w="518159" h="55244">
                  <a:moveTo>
                    <a:pt x="91440" y="12191"/>
                  </a:moveTo>
                  <a:lnTo>
                    <a:pt x="518159" y="12191"/>
                  </a:lnTo>
                </a:path>
                <a:path w="518159" h="55244">
                  <a:moveTo>
                    <a:pt x="91440" y="18287"/>
                  </a:moveTo>
                  <a:lnTo>
                    <a:pt x="518159" y="18287"/>
                  </a:lnTo>
                </a:path>
                <a:path w="518159" h="55244">
                  <a:moveTo>
                    <a:pt x="73151" y="42672"/>
                  </a:moveTo>
                  <a:lnTo>
                    <a:pt x="518160" y="42672"/>
                  </a:lnTo>
                </a:path>
                <a:path w="518159" h="55244">
                  <a:moveTo>
                    <a:pt x="73151" y="48767"/>
                  </a:moveTo>
                  <a:lnTo>
                    <a:pt x="518160" y="48767"/>
                  </a:lnTo>
                </a:path>
                <a:path w="518159" h="55244">
                  <a:moveTo>
                    <a:pt x="67055" y="54863"/>
                  </a:moveTo>
                  <a:lnTo>
                    <a:pt x="518160" y="54863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755514" y="291693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9CD79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889370" y="2840735"/>
              <a:ext cx="414527" cy="164591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8889370" y="3008375"/>
              <a:ext cx="414655" cy="67310"/>
            </a:xfrm>
            <a:custGeom>
              <a:avLst/>
              <a:gdLst/>
              <a:ahLst/>
              <a:cxnLst/>
              <a:rect l="l" t="t" r="r" b="b"/>
              <a:pathLst>
                <a:path w="414654" h="67310">
                  <a:moveTo>
                    <a:pt x="0" y="0"/>
                  </a:moveTo>
                  <a:lnTo>
                    <a:pt x="414527" y="0"/>
                  </a:lnTo>
                </a:path>
                <a:path w="414654" h="67310">
                  <a:moveTo>
                    <a:pt x="0" y="6095"/>
                  </a:moveTo>
                  <a:lnTo>
                    <a:pt x="414527" y="6095"/>
                  </a:lnTo>
                </a:path>
                <a:path w="414654" h="67310">
                  <a:moveTo>
                    <a:pt x="0" y="12191"/>
                  </a:moveTo>
                  <a:lnTo>
                    <a:pt x="414527" y="12191"/>
                  </a:lnTo>
                </a:path>
                <a:path w="414654" h="67310">
                  <a:moveTo>
                    <a:pt x="0" y="18287"/>
                  </a:moveTo>
                  <a:lnTo>
                    <a:pt x="414527" y="18287"/>
                  </a:lnTo>
                </a:path>
                <a:path w="414654" h="67310">
                  <a:moveTo>
                    <a:pt x="0" y="24384"/>
                  </a:moveTo>
                  <a:lnTo>
                    <a:pt x="414527" y="24384"/>
                  </a:lnTo>
                </a:path>
                <a:path w="414654" h="67310">
                  <a:moveTo>
                    <a:pt x="0" y="30479"/>
                  </a:moveTo>
                  <a:lnTo>
                    <a:pt x="414527" y="30479"/>
                  </a:lnTo>
                </a:path>
                <a:path w="414654" h="67310">
                  <a:moveTo>
                    <a:pt x="0" y="36575"/>
                  </a:moveTo>
                  <a:lnTo>
                    <a:pt x="414527" y="36575"/>
                  </a:lnTo>
                </a:path>
                <a:path w="414654" h="67310">
                  <a:moveTo>
                    <a:pt x="0" y="42671"/>
                  </a:moveTo>
                  <a:lnTo>
                    <a:pt x="414527" y="42671"/>
                  </a:lnTo>
                </a:path>
                <a:path w="414654" h="67310">
                  <a:moveTo>
                    <a:pt x="0" y="48767"/>
                  </a:moveTo>
                  <a:lnTo>
                    <a:pt x="414527" y="48767"/>
                  </a:lnTo>
                </a:path>
                <a:path w="414654" h="67310">
                  <a:moveTo>
                    <a:pt x="0" y="54863"/>
                  </a:moveTo>
                  <a:lnTo>
                    <a:pt x="414527" y="54863"/>
                  </a:lnTo>
                </a:path>
                <a:path w="414654" h="67310">
                  <a:moveTo>
                    <a:pt x="0" y="60960"/>
                  </a:moveTo>
                  <a:lnTo>
                    <a:pt x="414527" y="60960"/>
                  </a:lnTo>
                </a:path>
                <a:path w="414654" h="67310">
                  <a:moveTo>
                    <a:pt x="0" y="67055"/>
                  </a:moveTo>
                  <a:lnTo>
                    <a:pt x="414527" y="67055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889370" y="3078479"/>
              <a:ext cx="414527" cy="5486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8889370" y="3136391"/>
              <a:ext cx="414655" cy="104139"/>
            </a:xfrm>
            <a:custGeom>
              <a:avLst/>
              <a:gdLst/>
              <a:ahLst/>
              <a:cxnLst/>
              <a:rect l="l" t="t" r="r" b="b"/>
              <a:pathLst>
                <a:path w="414654" h="104139">
                  <a:moveTo>
                    <a:pt x="0" y="0"/>
                  </a:moveTo>
                  <a:lnTo>
                    <a:pt x="414527" y="0"/>
                  </a:lnTo>
                </a:path>
                <a:path w="414654" h="104139">
                  <a:moveTo>
                    <a:pt x="0" y="6096"/>
                  </a:moveTo>
                  <a:lnTo>
                    <a:pt x="414527" y="6096"/>
                  </a:lnTo>
                </a:path>
                <a:path w="414654" h="104139">
                  <a:moveTo>
                    <a:pt x="0" y="12192"/>
                  </a:moveTo>
                  <a:lnTo>
                    <a:pt x="414527" y="12192"/>
                  </a:lnTo>
                </a:path>
                <a:path w="414654" h="104139">
                  <a:moveTo>
                    <a:pt x="0" y="18287"/>
                  </a:moveTo>
                  <a:lnTo>
                    <a:pt x="414527" y="18287"/>
                  </a:lnTo>
                </a:path>
                <a:path w="414654" h="104139">
                  <a:moveTo>
                    <a:pt x="0" y="24384"/>
                  </a:moveTo>
                  <a:lnTo>
                    <a:pt x="414527" y="24384"/>
                  </a:lnTo>
                </a:path>
                <a:path w="414654" h="104139">
                  <a:moveTo>
                    <a:pt x="0" y="30479"/>
                  </a:moveTo>
                  <a:lnTo>
                    <a:pt x="414527" y="30479"/>
                  </a:lnTo>
                </a:path>
                <a:path w="414654" h="104139">
                  <a:moveTo>
                    <a:pt x="0" y="36575"/>
                  </a:moveTo>
                  <a:lnTo>
                    <a:pt x="414527" y="36575"/>
                  </a:lnTo>
                </a:path>
                <a:path w="414654" h="104139">
                  <a:moveTo>
                    <a:pt x="0" y="42672"/>
                  </a:moveTo>
                  <a:lnTo>
                    <a:pt x="414527" y="42672"/>
                  </a:lnTo>
                </a:path>
                <a:path w="414654" h="104139">
                  <a:moveTo>
                    <a:pt x="0" y="48768"/>
                  </a:moveTo>
                  <a:lnTo>
                    <a:pt x="414527" y="48768"/>
                  </a:lnTo>
                </a:path>
                <a:path w="414654" h="104139">
                  <a:moveTo>
                    <a:pt x="0" y="54863"/>
                  </a:moveTo>
                  <a:lnTo>
                    <a:pt x="414527" y="54863"/>
                  </a:lnTo>
                </a:path>
                <a:path w="414654" h="104139">
                  <a:moveTo>
                    <a:pt x="0" y="60960"/>
                  </a:moveTo>
                  <a:lnTo>
                    <a:pt x="414527" y="60960"/>
                  </a:lnTo>
                </a:path>
                <a:path w="414654" h="104139">
                  <a:moveTo>
                    <a:pt x="0" y="67055"/>
                  </a:moveTo>
                  <a:lnTo>
                    <a:pt x="414527" y="67055"/>
                  </a:lnTo>
                </a:path>
                <a:path w="414654" h="104139">
                  <a:moveTo>
                    <a:pt x="0" y="73151"/>
                  </a:moveTo>
                  <a:lnTo>
                    <a:pt x="414527" y="73151"/>
                  </a:lnTo>
                </a:path>
                <a:path w="414654" h="104139">
                  <a:moveTo>
                    <a:pt x="0" y="79248"/>
                  </a:moveTo>
                  <a:lnTo>
                    <a:pt x="414527" y="79248"/>
                  </a:lnTo>
                </a:path>
                <a:path w="414654" h="104139">
                  <a:moveTo>
                    <a:pt x="0" y="85344"/>
                  </a:moveTo>
                  <a:lnTo>
                    <a:pt x="414527" y="85344"/>
                  </a:lnTo>
                </a:path>
                <a:path w="414654" h="104139">
                  <a:moveTo>
                    <a:pt x="0" y="91439"/>
                  </a:moveTo>
                  <a:lnTo>
                    <a:pt x="414527" y="91439"/>
                  </a:lnTo>
                </a:path>
                <a:path w="414654" h="104139">
                  <a:moveTo>
                    <a:pt x="0" y="97536"/>
                  </a:moveTo>
                  <a:lnTo>
                    <a:pt x="414527" y="97536"/>
                  </a:lnTo>
                </a:path>
                <a:path w="414654" h="104139">
                  <a:moveTo>
                    <a:pt x="0" y="103631"/>
                  </a:moveTo>
                  <a:lnTo>
                    <a:pt x="414527" y="103631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889370" y="3243071"/>
              <a:ext cx="414527" cy="54863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8889370" y="3300983"/>
              <a:ext cx="414655" cy="104139"/>
            </a:xfrm>
            <a:custGeom>
              <a:avLst/>
              <a:gdLst/>
              <a:ahLst/>
              <a:cxnLst/>
              <a:rect l="l" t="t" r="r" b="b"/>
              <a:pathLst>
                <a:path w="414654" h="104139">
                  <a:moveTo>
                    <a:pt x="0" y="0"/>
                  </a:moveTo>
                  <a:lnTo>
                    <a:pt x="414527" y="0"/>
                  </a:lnTo>
                </a:path>
                <a:path w="414654" h="104139">
                  <a:moveTo>
                    <a:pt x="0" y="6096"/>
                  </a:moveTo>
                  <a:lnTo>
                    <a:pt x="414527" y="6096"/>
                  </a:lnTo>
                </a:path>
                <a:path w="414654" h="104139">
                  <a:moveTo>
                    <a:pt x="0" y="12192"/>
                  </a:moveTo>
                  <a:lnTo>
                    <a:pt x="414527" y="12192"/>
                  </a:lnTo>
                </a:path>
                <a:path w="414654" h="104139">
                  <a:moveTo>
                    <a:pt x="0" y="18287"/>
                  </a:moveTo>
                  <a:lnTo>
                    <a:pt x="414527" y="18287"/>
                  </a:lnTo>
                </a:path>
                <a:path w="414654" h="104139">
                  <a:moveTo>
                    <a:pt x="0" y="24384"/>
                  </a:moveTo>
                  <a:lnTo>
                    <a:pt x="414527" y="24384"/>
                  </a:lnTo>
                </a:path>
                <a:path w="414654" h="104139">
                  <a:moveTo>
                    <a:pt x="0" y="30480"/>
                  </a:moveTo>
                  <a:lnTo>
                    <a:pt x="414527" y="30480"/>
                  </a:lnTo>
                </a:path>
                <a:path w="414654" h="104139">
                  <a:moveTo>
                    <a:pt x="0" y="36575"/>
                  </a:moveTo>
                  <a:lnTo>
                    <a:pt x="414527" y="36575"/>
                  </a:lnTo>
                </a:path>
                <a:path w="414654" h="104139">
                  <a:moveTo>
                    <a:pt x="0" y="42672"/>
                  </a:moveTo>
                  <a:lnTo>
                    <a:pt x="414527" y="42672"/>
                  </a:lnTo>
                </a:path>
                <a:path w="414654" h="104139">
                  <a:moveTo>
                    <a:pt x="0" y="48768"/>
                  </a:moveTo>
                  <a:lnTo>
                    <a:pt x="414527" y="48768"/>
                  </a:lnTo>
                </a:path>
                <a:path w="414654" h="104139">
                  <a:moveTo>
                    <a:pt x="0" y="54864"/>
                  </a:moveTo>
                  <a:lnTo>
                    <a:pt x="414527" y="54864"/>
                  </a:lnTo>
                </a:path>
                <a:path w="414654" h="104139">
                  <a:moveTo>
                    <a:pt x="0" y="60960"/>
                  </a:moveTo>
                  <a:lnTo>
                    <a:pt x="414527" y="60960"/>
                  </a:lnTo>
                </a:path>
                <a:path w="414654" h="104139">
                  <a:moveTo>
                    <a:pt x="0" y="67056"/>
                  </a:moveTo>
                  <a:lnTo>
                    <a:pt x="414527" y="67056"/>
                  </a:lnTo>
                </a:path>
                <a:path w="414654" h="104139">
                  <a:moveTo>
                    <a:pt x="0" y="73152"/>
                  </a:moveTo>
                  <a:lnTo>
                    <a:pt x="414527" y="73152"/>
                  </a:lnTo>
                </a:path>
                <a:path w="414654" h="104139">
                  <a:moveTo>
                    <a:pt x="0" y="79248"/>
                  </a:moveTo>
                  <a:lnTo>
                    <a:pt x="414527" y="79248"/>
                  </a:lnTo>
                </a:path>
                <a:path w="414654" h="104139">
                  <a:moveTo>
                    <a:pt x="0" y="85344"/>
                  </a:moveTo>
                  <a:lnTo>
                    <a:pt x="414527" y="85344"/>
                  </a:lnTo>
                </a:path>
                <a:path w="414654" h="104139">
                  <a:moveTo>
                    <a:pt x="0" y="91440"/>
                  </a:moveTo>
                  <a:lnTo>
                    <a:pt x="414527" y="91440"/>
                  </a:lnTo>
                </a:path>
                <a:path w="414654" h="104139">
                  <a:moveTo>
                    <a:pt x="0" y="97536"/>
                  </a:moveTo>
                  <a:lnTo>
                    <a:pt x="414527" y="97536"/>
                  </a:lnTo>
                </a:path>
                <a:path w="414654" h="104139">
                  <a:moveTo>
                    <a:pt x="0" y="103632"/>
                  </a:moveTo>
                  <a:lnTo>
                    <a:pt x="414527" y="103632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969130" y="3407663"/>
              <a:ext cx="396240" cy="5486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889370" y="3407663"/>
              <a:ext cx="414527" cy="54863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6969130" y="3465575"/>
              <a:ext cx="2334895" cy="91440"/>
            </a:xfrm>
            <a:custGeom>
              <a:avLst/>
              <a:gdLst/>
              <a:ahLst/>
              <a:cxnLst/>
              <a:rect l="l" t="t" r="r" b="b"/>
              <a:pathLst>
                <a:path w="2334895" h="91439">
                  <a:moveTo>
                    <a:pt x="0" y="0"/>
                  </a:moveTo>
                  <a:lnTo>
                    <a:pt x="396240" y="0"/>
                  </a:lnTo>
                </a:path>
                <a:path w="2334895" h="91439">
                  <a:moveTo>
                    <a:pt x="1920239" y="0"/>
                  </a:moveTo>
                  <a:lnTo>
                    <a:pt x="2334767" y="0"/>
                  </a:lnTo>
                </a:path>
                <a:path w="2334895" h="91439">
                  <a:moveTo>
                    <a:pt x="0" y="6095"/>
                  </a:moveTo>
                  <a:lnTo>
                    <a:pt x="396240" y="6095"/>
                  </a:lnTo>
                </a:path>
                <a:path w="2334895" h="91439">
                  <a:moveTo>
                    <a:pt x="1920239" y="6095"/>
                  </a:moveTo>
                  <a:lnTo>
                    <a:pt x="2334767" y="6095"/>
                  </a:lnTo>
                </a:path>
                <a:path w="2334895" h="91439">
                  <a:moveTo>
                    <a:pt x="0" y="12191"/>
                  </a:moveTo>
                  <a:lnTo>
                    <a:pt x="396240" y="12191"/>
                  </a:lnTo>
                </a:path>
                <a:path w="2334895" h="91439">
                  <a:moveTo>
                    <a:pt x="1920239" y="12191"/>
                  </a:moveTo>
                  <a:lnTo>
                    <a:pt x="2334767" y="12191"/>
                  </a:lnTo>
                </a:path>
                <a:path w="2334895" h="91439">
                  <a:moveTo>
                    <a:pt x="0" y="18287"/>
                  </a:moveTo>
                  <a:lnTo>
                    <a:pt x="396240" y="18287"/>
                  </a:lnTo>
                </a:path>
                <a:path w="2334895" h="91439">
                  <a:moveTo>
                    <a:pt x="1920239" y="18287"/>
                  </a:moveTo>
                  <a:lnTo>
                    <a:pt x="2334767" y="18287"/>
                  </a:lnTo>
                </a:path>
                <a:path w="2334895" h="91439">
                  <a:moveTo>
                    <a:pt x="0" y="24383"/>
                  </a:moveTo>
                  <a:lnTo>
                    <a:pt x="396240" y="24383"/>
                  </a:lnTo>
                </a:path>
                <a:path w="2334895" h="91439">
                  <a:moveTo>
                    <a:pt x="1920239" y="24383"/>
                  </a:moveTo>
                  <a:lnTo>
                    <a:pt x="2334767" y="24383"/>
                  </a:lnTo>
                </a:path>
                <a:path w="2334895" h="91439">
                  <a:moveTo>
                    <a:pt x="0" y="30479"/>
                  </a:moveTo>
                  <a:lnTo>
                    <a:pt x="396240" y="30479"/>
                  </a:lnTo>
                </a:path>
                <a:path w="2334895" h="91439">
                  <a:moveTo>
                    <a:pt x="1920239" y="30479"/>
                  </a:moveTo>
                  <a:lnTo>
                    <a:pt x="2334767" y="30479"/>
                  </a:lnTo>
                </a:path>
                <a:path w="2334895" h="91439">
                  <a:moveTo>
                    <a:pt x="0" y="36575"/>
                  </a:moveTo>
                  <a:lnTo>
                    <a:pt x="396240" y="36575"/>
                  </a:lnTo>
                </a:path>
                <a:path w="2334895" h="91439">
                  <a:moveTo>
                    <a:pt x="1920239" y="36575"/>
                  </a:moveTo>
                  <a:lnTo>
                    <a:pt x="2334767" y="36575"/>
                  </a:lnTo>
                </a:path>
                <a:path w="2334895" h="91439">
                  <a:moveTo>
                    <a:pt x="0" y="42672"/>
                  </a:moveTo>
                  <a:lnTo>
                    <a:pt x="396240" y="42672"/>
                  </a:lnTo>
                </a:path>
                <a:path w="2334895" h="91439">
                  <a:moveTo>
                    <a:pt x="1920239" y="42672"/>
                  </a:moveTo>
                  <a:lnTo>
                    <a:pt x="2334767" y="42672"/>
                  </a:lnTo>
                </a:path>
                <a:path w="2334895" h="91439">
                  <a:moveTo>
                    <a:pt x="0" y="48767"/>
                  </a:moveTo>
                  <a:lnTo>
                    <a:pt x="396240" y="48767"/>
                  </a:lnTo>
                </a:path>
                <a:path w="2334895" h="91439">
                  <a:moveTo>
                    <a:pt x="1920239" y="48767"/>
                  </a:moveTo>
                  <a:lnTo>
                    <a:pt x="2334767" y="48767"/>
                  </a:lnTo>
                </a:path>
                <a:path w="2334895" h="91439">
                  <a:moveTo>
                    <a:pt x="0" y="54863"/>
                  </a:moveTo>
                  <a:lnTo>
                    <a:pt x="396240" y="54863"/>
                  </a:lnTo>
                </a:path>
                <a:path w="2334895" h="91439">
                  <a:moveTo>
                    <a:pt x="1920239" y="54863"/>
                  </a:moveTo>
                  <a:lnTo>
                    <a:pt x="2334767" y="54863"/>
                  </a:lnTo>
                </a:path>
                <a:path w="2334895" h="91439">
                  <a:moveTo>
                    <a:pt x="0" y="60960"/>
                  </a:moveTo>
                  <a:lnTo>
                    <a:pt x="396240" y="60960"/>
                  </a:lnTo>
                </a:path>
                <a:path w="2334895" h="91439">
                  <a:moveTo>
                    <a:pt x="1920239" y="60960"/>
                  </a:moveTo>
                  <a:lnTo>
                    <a:pt x="2334767" y="60960"/>
                  </a:lnTo>
                </a:path>
                <a:path w="2334895" h="91439">
                  <a:moveTo>
                    <a:pt x="0" y="67055"/>
                  </a:moveTo>
                  <a:lnTo>
                    <a:pt x="396240" y="67055"/>
                  </a:lnTo>
                </a:path>
                <a:path w="2334895" h="91439">
                  <a:moveTo>
                    <a:pt x="1920239" y="67055"/>
                  </a:moveTo>
                  <a:lnTo>
                    <a:pt x="2334767" y="67055"/>
                  </a:lnTo>
                </a:path>
                <a:path w="2334895" h="91439">
                  <a:moveTo>
                    <a:pt x="0" y="73151"/>
                  </a:moveTo>
                  <a:lnTo>
                    <a:pt x="396240" y="73151"/>
                  </a:lnTo>
                </a:path>
                <a:path w="2334895" h="91439">
                  <a:moveTo>
                    <a:pt x="1920239" y="73151"/>
                  </a:moveTo>
                  <a:lnTo>
                    <a:pt x="2334767" y="73151"/>
                  </a:lnTo>
                </a:path>
                <a:path w="2334895" h="91439">
                  <a:moveTo>
                    <a:pt x="0" y="79248"/>
                  </a:moveTo>
                  <a:lnTo>
                    <a:pt x="396240" y="79248"/>
                  </a:lnTo>
                </a:path>
                <a:path w="2334895" h="91439">
                  <a:moveTo>
                    <a:pt x="1920239" y="79248"/>
                  </a:moveTo>
                  <a:lnTo>
                    <a:pt x="2334767" y="79248"/>
                  </a:lnTo>
                </a:path>
                <a:path w="2334895" h="91439">
                  <a:moveTo>
                    <a:pt x="1920239" y="85343"/>
                  </a:moveTo>
                  <a:lnTo>
                    <a:pt x="2334767" y="85343"/>
                  </a:lnTo>
                </a:path>
                <a:path w="2334895" h="91439">
                  <a:moveTo>
                    <a:pt x="1920239" y="91439"/>
                  </a:moveTo>
                  <a:lnTo>
                    <a:pt x="2334767" y="91439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969130" y="2846831"/>
              <a:ext cx="2334767" cy="1207007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889370" y="3560063"/>
              <a:ext cx="414527" cy="67055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6969130" y="3630167"/>
              <a:ext cx="2334895" cy="104139"/>
            </a:xfrm>
            <a:custGeom>
              <a:avLst/>
              <a:gdLst/>
              <a:ahLst/>
              <a:cxnLst/>
              <a:rect l="l" t="t" r="r" b="b"/>
              <a:pathLst>
                <a:path w="2334895" h="104139">
                  <a:moveTo>
                    <a:pt x="0" y="0"/>
                  </a:moveTo>
                  <a:lnTo>
                    <a:pt x="627887" y="0"/>
                  </a:lnTo>
                </a:path>
                <a:path w="2334895" h="104139">
                  <a:moveTo>
                    <a:pt x="1920239" y="0"/>
                  </a:moveTo>
                  <a:lnTo>
                    <a:pt x="2334767" y="0"/>
                  </a:lnTo>
                </a:path>
                <a:path w="2334895" h="104139">
                  <a:moveTo>
                    <a:pt x="0" y="6096"/>
                  </a:moveTo>
                  <a:lnTo>
                    <a:pt x="627887" y="6096"/>
                  </a:lnTo>
                </a:path>
                <a:path w="2334895" h="104139">
                  <a:moveTo>
                    <a:pt x="1920239" y="6096"/>
                  </a:moveTo>
                  <a:lnTo>
                    <a:pt x="2334767" y="6096"/>
                  </a:lnTo>
                </a:path>
                <a:path w="2334895" h="104139">
                  <a:moveTo>
                    <a:pt x="1920239" y="12191"/>
                  </a:moveTo>
                  <a:lnTo>
                    <a:pt x="2334767" y="12191"/>
                  </a:lnTo>
                </a:path>
                <a:path w="2334895" h="104139">
                  <a:moveTo>
                    <a:pt x="1920239" y="18287"/>
                  </a:moveTo>
                  <a:lnTo>
                    <a:pt x="2334767" y="18287"/>
                  </a:lnTo>
                </a:path>
                <a:path w="2334895" h="104139">
                  <a:moveTo>
                    <a:pt x="1920239" y="24384"/>
                  </a:moveTo>
                  <a:lnTo>
                    <a:pt x="2334767" y="24384"/>
                  </a:lnTo>
                </a:path>
                <a:path w="2334895" h="104139">
                  <a:moveTo>
                    <a:pt x="1920239" y="30479"/>
                  </a:moveTo>
                  <a:lnTo>
                    <a:pt x="2334767" y="30479"/>
                  </a:lnTo>
                </a:path>
                <a:path w="2334895" h="104139">
                  <a:moveTo>
                    <a:pt x="1920239" y="36575"/>
                  </a:moveTo>
                  <a:lnTo>
                    <a:pt x="2334767" y="36575"/>
                  </a:lnTo>
                </a:path>
                <a:path w="2334895" h="104139">
                  <a:moveTo>
                    <a:pt x="1920239" y="42672"/>
                  </a:moveTo>
                  <a:lnTo>
                    <a:pt x="2334767" y="42672"/>
                  </a:lnTo>
                </a:path>
                <a:path w="2334895" h="104139">
                  <a:moveTo>
                    <a:pt x="1920239" y="48768"/>
                  </a:moveTo>
                  <a:lnTo>
                    <a:pt x="2334767" y="48768"/>
                  </a:lnTo>
                </a:path>
                <a:path w="2334895" h="104139">
                  <a:moveTo>
                    <a:pt x="1920239" y="54863"/>
                  </a:moveTo>
                  <a:lnTo>
                    <a:pt x="2334767" y="54863"/>
                  </a:lnTo>
                </a:path>
                <a:path w="2334895" h="104139">
                  <a:moveTo>
                    <a:pt x="1920239" y="60960"/>
                  </a:moveTo>
                  <a:lnTo>
                    <a:pt x="2334767" y="60960"/>
                  </a:lnTo>
                </a:path>
                <a:path w="2334895" h="104139">
                  <a:moveTo>
                    <a:pt x="1920239" y="67056"/>
                  </a:moveTo>
                  <a:lnTo>
                    <a:pt x="2334767" y="67056"/>
                  </a:lnTo>
                </a:path>
                <a:path w="2334895" h="104139">
                  <a:moveTo>
                    <a:pt x="1920239" y="73151"/>
                  </a:moveTo>
                  <a:lnTo>
                    <a:pt x="2334767" y="73151"/>
                  </a:lnTo>
                </a:path>
                <a:path w="2334895" h="104139">
                  <a:moveTo>
                    <a:pt x="1920239" y="79248"/>
                  </a:moveTo>
                  <a:lnTo>
                    <a:pt x="2334767" y="79248"/>
                  </a:lnTo>
                </a:path>
                <a:path w="2334895" h="104139">
                  <a:moveTo>
                    <a:pt x="1920239" y="85344"/>
                  </a:moveTo>
                  <a:lnTo>
                    <a:pt x="2334767" y="85344"/>
                  </a:lnTo>
                </a:path>
                <a:path w="2334895" h="104139">
                  <a:moveTo>
                    <a:pt x="1920239" y="91439"/>
                  </a:moveTo>
                  <a:lnTo>
                    <a:pt x="2334767" y="91439"/>
                  </a:lnTo>
                </a:path>
                <a:path w="2334895" h="104139">
                  <a:moveTo>
                    <a:pt x="1920239" y="97536"/>
                  </a:moveTo>
                  <a:lnTo>
                    <a:pt x="2334767" y="97536"/>
                  </a:lnTo>
                </a:path>
                <a:path w="2334895" h="104139">
                  <a:moveTo>
                    <a:pt x="1920239" y="103632"/>
                  </a:moveTo>
                  <a:lnTo>
                    <a:pt x="2334767" y="103632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889370" y="3736847"/>
              <a:ext cx="414527" cy="60959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8889370" y="3800855"/>
              <a:ext cx="414655" cy="250190"/>
            </a:xfrm>
            <a:custGeom>
              <a:avLst/>
              <a:gdLst/>
              <a:ahLst/>
              <a:cxnLst/>
              <a:rect l="l" t="t" r="r" b="b"/>
              <a:pathLst>
                <a:path w="414654" h="250189">
                  <a:moveTo>
                    <a:pt x="0" y="0"/>
                  </a:moveTo>
                  <a:lnTo>
                    <a:pt x="414527" y="0"/>
                  </a:lnTo>
                </a:path>
                <a:path w="414654" h="250189">
                  <a:moveTo>
                    <a:pt x="0" y="6096"/>
                  </a:moveTo>
                  <a:lnTo>
                    <a:pt x="414527" y="6096"/>
                  </a:lnTo>
                </a:path>
                <a:path w="414654" h="250189">
                  <a:moveTo>
                    <a:pt x="0" y="12191"/>
                  </a:moveTo>
                  <a:lnTo>
                    <a:pt x="414527" y="12191"/>
                  </a:lnTo>
                </a:path>
                <a:path w="414654" h="250189">
                  <a:moveTo>
                    <a:pt x="0" y="18287"/>
                  </a:moveTo>
                  <a:lnTo>
                    <a:pt x="414527" y="18287"/>
                  </a:lnTo>
                </a:path>
                <a:path w="414654" h="250189">
                  <a:moveTo>
                    <a:pt x="0" y="24384"/>
                  </a:moveTo>
                  <a:lnTo>
                    <a:pt x="414527" y="24384"/>
                  </a:lnTo>
                </a:path>
                <a:path w="414654" h="250189">
                  <a:moveTo>
                    <a:pt x="0" y="30480"/>
                  </a:moveTo>
                  <a:lnTo>
                    <a:pt x="414527" y="30480"/>
                  </a:lnTo>
                </a:path>
                <a:path w="414654" h="250189">
                  <a:moveTo>
                    <a:pt x="0" y="36575"/>
                  </a:moveTo>
                  <a:lnTo>
                    <a:pt x="414527" y="36575"/>
                  </a:lnTo>
                </a:path>
                <a:path w="414654" h="250189">
                  <a:moveTo>
                    <a:pt x="0" y="42672"/>
                  </a:moveTo>
                  <a:lnTo>
                    <a:pt x="414527" y="42672"/>
                  </a:lnTo>
                </a:path>
                <a:path w="414654" h="250189">
                  <a:moveTo>
                    <a:pt x="0" y="48768"/>
                  </a:moveTo>
                  <a:lnTo>
                    <a:pt x="414527" y="48768"/>
                  </a:lnTo>
                </a:path>
                <a:path w="414654" h="250189">
                  <a:moveTo>
                    <a:pt x="0" y="54863"/>
                  </a:moveTo>
                  <a:lnTo>
                    <a:pt x="414527" y="54863"/>
                  </a:lnTo>
                </a:path>
                <a:path w="414654" h="250189">
                  <a:moveTo>
                    <a:pt x="0" y="60960"/>
                  </a:moveTo>
                  <a:lnTo>
                    <a:pt x="414527" y="60960"/>
                  </a:lnTo>
                </a:path>
                <a:path w="414654" h="250189">
                  <a:moveTo>
                    <a:pt x="0" y="67056"/>
                  </a:moveTo>
                  <a:lnTo>
                    <a:pt x="414527" y="67056"/>
                  </a:lnTo>
                </a:path>
                <a:path w="414654" h="250189">
                  <a:moveTo>
                    <a:pt x="0" y="73151"/>
                  </a:moveTo>
                  <a:lnTo>
                    <a:pt x="414527" y="73151"/>
                  </a:lnTo>
                </a:path>
                <a:path w="414654" h="250189">
                  <a:moveTo>
                    <a:pt x="0" y="79248"/>
                  </a:moveTo>
                  <a:lnTo>
                    <a:pt x="414527" y="79248"/>
                  </a:lnTo>
                </a:path>
                <a:path w="414654" h="250189">
                  <a:moveTo>
                    <a:pt x="0" y="85344"/>
                  </a:moveTo>
                  <a:lnTo>
                    <a:pt x="414527" y="85344"/>
                  </a:lnTo>
                </a:path>
                <a:path w="414654" h="250189">
                  <a:moveTo>
                    <a:pt x="0" y="91439"/>
                  </a:moveTo>
                  <a:lnTo>
                    <a:pt x="414527" y="91439"/>
                  </a:lnTo>
                </a:path>
                <a:path w="414654" h="250189">
                  <a:moveTo>
                    <a:pt x="0" y="97536"/>
                  </a:moveTo>
                  <a:lnTo>
                    <a:pt x="414527" y="97536"/>
                  </a:lnTo>
                </a:path>
                <a:path w="414654" h="250189">
                  <a:moveTo>
                    <a:pt x="347472" y="249936"/>
                  </a:moveTo>
                  <a:lnTo>
                    <a:pt x="414528" y="249936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969130" y="4053839"/>
              <a:ext cx="932688" cy="6095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017642" y="4053839"/>
              <a:ext cx="426719" cy="6095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547994" y="4053839"/>
              <a:ext cx="585216" cy="6095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9236842" y="4056887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09">
                  <a:moveTo>
                    <a:pt x="0" y="0"/>
                  </a:moveTo>
                  <a:lnTo>
                    <a:pt x="67056" y="0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147" name="object 147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4836" y="5142179"/>
            <a:ext cx="4957445" cy="80899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800" dirty="0">
                <a:latin typeface="Tahoma"/>
                <a:cs typeface="Tahoma"/>
              </a:rPr>
              <a:t>Eastern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Europe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South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Presence</a:t>
            </a:r>
            <a:endParaRPr sz="28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380"/>
              </a:spcBef>
            </a:pPr>
            <a:r>
              <a:rPr lang="en-GB" sz="1400" spc="-10" dirty="0">
                <a:solidFill>
                  <a:srgbClr val="7E7E7E"/>
                </a:solidFill>
                <a:latin typeface="Tahoma"/>
                <a:cs typeface="Tahoma"/>
              </a:rPr>
              <a:t>Alpaca</a:t>
            </a:r>
            <a:r>
              <a:rPr sz="1400" spc="-1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7E7E7E"/>
                </a:solidFill>
                <a:latin typeface="Tahoma"/>
                <a:cs typeface="Tahoma"/>
              </a:rPr>
              <a:t>-</a:t>
            </a:r>
            <a:r>
              <a:rPr sz="1400" spc="-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Tahoma"/>
                <a:cs typeface="Tahoma"/>
              </a:rPr>
              <a:t>Regional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963" y="673608"/>
            <a:ext cx="8526780" cy="375513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76250" y="1395977"/>
            <a:ext cx="4754880" cy="4754880"/>
            <a:chOff x="2976250" y="1395977"/>
            <a:chExt cx="4754880" cy="4754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6250" y="1395977"/>
              <a:ext cx="4754880" cy="474879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11018" y="6147816"/>
              <a:ext cx="97790" cy="0"/>
            </a:xfrm>
            <a:custGeom>
              <a:avLst/>
              <a:gdLst/>
              <a:ahLst/>
              <a:cxnLst/>
              <a:rect l="l" t="t" r="r" b="b"/>
              <a:pathLst>
                <a:path w="97789">
                  <a:moveTo>
                    <a:pt x="0" y="0"/>
                  </a:moveTo>
                  <a:lnTo>
                    <a:pt x="97535" y="0"/>
                  </a:lnTo>
                </a:path>
              </a:pathLst>
            </a:custGeom>
            <a:ln w="6095">
              <a:solidFill>
                <a:srgbClr val="7EDBEF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0712" y="2497327"/>
            <a:ext cx="3035935" cy="221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720" marR="5080" indent="-414655">
              <a:lnSpc>
                <a:spcPct val="999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</a:rPr>
              <a:t>Do</a:t>
            </a:r>
            <a:r>
              <a:rPr sz="2400" spc="-4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you</a:t>
            </a:r>
            <a:r>
              <a:rPr sz="2400" spc="-2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know</a:t>
            </a:r>
            <a:r>
              <a:rPr sz="2400" spc="-3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what</a:t>
            </a:r>
            <a:r>
              <a:rPr sz="2400" spc="-25" dirty="0">
                <a:solidFill>
                  <a:srgbClr val="FFFFFF"/>
                </a:solidFill>
              </a:rPr>
              <a:t> set </a:t>
            </a:r>
            <a:r>
              <a:rPr sz="2400" dirty="0">
                <a:solidFill>
                  <a:srgbClr val="FFFFFF"/>
                </a:solidFill>
              </a:rPr>
              <a:t>of</a:t>
            </a:r>
            <a:r>
              <a:rPr sz="2400" spc="-5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professional </a:t>
            </a:r>
            <a:r>
              <a:rPr sz="2400" dirty="0">
                <a:solidFill>
                  <a:srgbClr val="FFFFFF"/>
                </a:solidFill>
              </a:rPr>
              <a:t>activities</a:t>
            </a:r>
            <a:r>
              <a:rPr sz="2400" spc="-5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for</a:t>
            </a:r>
            <a:r>
              <a:rPr sz="2400" spc="-45" dirty="0">
                <a:solidFill>
                  <a:srgbClr val="FFFFFF"/>
                </a:solidFill>
              </a:rPr>
              <a:t> </a:t>
            </a:r>
            <a:r>
              <a:rPr sz="2400" spc="-25" dirty="0">
                <a:solidFill>
                  <a:srgbClr val="FFFFFF"/>
                </a:solidFill>
              </a:rPr>
              <a:t>the </a:t>
            </a:r>
            <a:r>
              <a:rPr sz="2400" spc="-10" dirty="0">
                <a:solidFill>
                  <a:srgbClr val="FFFFFF"/>
                </a:solidFill>
              </a:rPr>
              <a:t>Communications </a:t>
            </a:r>
            <a:r>
              <a:rPr sz="2400" dirty="0">
                <a:solidFill>
                  <a:srgbClr val="FFFFFF"/>
                </a:solidFill>
              </a:rPr>
              <a:t>Infrastructures</a:t>
            </a:r>
            <a:r>
              <a:rPr sz="2400" spc="-95" dirty="0">
                <a:solidFill>
                  <a:srgbClr val="FFFFFF"/>
                </a:solidFill>
              </a:rPr>
              <a:t> </a:t>
            </a:r>
            <a:r>
              <a:rPr sz="2400" spc="-25" dirty="0">
                <a:solidFill>
                  <a:srgbClr val="FFFFFF"/>
                </a:solidFill>
              </a:rPr>
              <a:t>we</a:t>
            </a:r>
            <a:endParaRPr sz="2400"/>
          </a:p>
          <a:p>
            <a:pPr marL="1274445">
              <a:lnSpc>
                <a:spcPts val="2870"/>
              </a:lnSpc>
            </a:pPr>
            <a:r>
              <a:rPr sz="2400" spc="-10" dirty="0">
                <a:solidFill>
                  <a:srgbClr val="FFFFFF"/>
                </a:solidFill>
              </a:rPr>
              <a:t>offer?</a:t>
            </a:r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072" y="471931"/>
            <a:ext cx="7895590" cy="1466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lang="en-GB" sz="3600" dirty="0">
                <a:latin typeface="Trebuchet MS"/>
                <a:cs typeface="Trebuchet MS"/>
              </a:rPr>
              <a:t>Alpaca</a:t>
            </a:r>
            <a:r>
              <a:rPr sz="3600" spc="90" dirty="0">
                <a:latin typeface="Trebuchet MS"/>
                <a:cs typeface="Trebuchet MS"/>
              </a:rPr>
              <a:t> </a:t>
            </a:r>
            <a:r>
              <a:rPr sz="3600" spc="80" dirty="0">
                <a:latin typeface="Trebuchet MS"/>
                <a:cs typeface="Trebuchet MS"/>
              </a:rPr>
              <a:t>Eastern</a:t>
            </a:r>
            <a:r>
              <a:rPr sz="3600" spc="95" dirty="0">
                <a:latin typeface="Trebuchet MS"/>
                <a:cs typeface="Trebuchet MS"/>
              </a:rPr>
              <a:t> </a:t>
            </a:r>
            <a:r>
              <a:rPr sz="3600" spc="110" dirty="0">
                <a:latin typeface="Trebuchet MS"/>
                <a:cs typeface="Trebuchet MS"/>
              </a:rPr>
              <a:t>Europe</a:t>
            </a:r>
            <a:r>
              <a:rPr sz="3600" spc="90" dirty="0">
                <a:latin typeface="Trebuchet MS"/>
                <a:cs typeface="Trebuchet MS"/>
              </a:rPr>
              <a:t> </a:t>
            </a:r>
            <a:r>
              <a:rPr sz="3600" spc="85" dirty="0">
                <a:latin typeface="Trebuchet MS"/>
                <a:cs typeface="Trebuchet MS"/>
              </a:rPr>
              <a:t>South has</a:t>
            </a:r>
            <a:r>
              <a:rPr sz="3600" spc="-5" dirty="0">
                <a:latin typeface="Trebuchet MS"/>
                <a:cs typeface="Trebuchet MS"/>
              </a:rPr>
              <a:t> </a:t>
            </a:r>
            <a:r>
              <a:rPr sz="3600" i="1" spc="90" dirty="0">
                <a:latin typeface="Trebuchet MS"/>
                <a:cs typeface="Trebuchet MS"/>
              </a:rPr>
              <a:t>endless</a:t>
            </a:r>
            <a:r>
              <a:rPr sz="3600" i="1" spc="-15" dirty="0"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capabilities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072" y="2022753"/>
            <a:ext cx="814578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  <a:tabLst>
                <a:tab pos="2024380" algn="l"/>
              </a:tabLst>
            </a:pPr>
            <a:r>
              <a:rPr sz="4000" dirty="0">
                <a:latin typeface="Tahoma"/>
                <a:cs typeface="Tahoma"/>
              </a:rPr>
              <a:t>…Consult</a:t>
            </a:r>
            <a:r>
              <a:rPr sz="4000" spc="-9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and</a:t>
            </a:r>
            <a:r>
              <a:rPr sz="4000" spc="-9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Design,</a:t>
            </a:r>
            <a:r>
              <a:rPr sz="4000" spc="-8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Integrate</a:t>
            </a:r>
            <a:r>
              <a:rPr sz="4000" spc="-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and </a:t>
            </a:r>
            <a:r>
              <a:rPr sz="4000" dirty="0">
                <a:latin typeface="Tahoma"/>
                <a:cs typeface="Tahoma"/>
              </a:rPr>
              <a:t>Deploy,</a:t>
            </a:r>
            <a:r>
              <a:rPr sz="4000" spc="-8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Operate</a:t>
            </a:r>
            <a:r>
              <a:rPr sz="4000" spc="-90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and</a:t>
            </a:r>
            <a:r>
              <a:rPr sz="4000" spc="-8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Maintain</a:t>
            </a:r>
            <a:r>
              <a:rPr sz="4000" spc="-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for </a:t>
            </a:r>
            <a:r>
              <a:rPr sz="4000" spc="-10" dirty="0">
                <a:latin typeface="Tahoma"/>
                <a:cs typeface="Tahoma"/>
              </a:rPr>
              <a:t>complex</a:t>
            </a:r>
            <a:r>
              <a:rPr sz="4000" dirty="0">
                <a:latin typeface="Tahoma"/>
                <a:cs typeface="Tahoma"/>
              </a:rPr>
              <a:t>	</a:t>
            </a:r>
            <a:r>
              <a:rPr sz="4000" spc="-20" dirty="0">
                <a:latin typeface="Tahoma"/>
                <a:cs typeface="Tahoma"/>
              </a:rPr>
              <a:t>end-</a:t>
            </a:r>
            <a:r>
              <a:rPr sz="4000" spc="-25" dirty="0">
                <a:latin typeface="Tahoma"/>
                <a:cs typeface="Tahoma"/>
              </a:rPr>
              <a:t>to-</a:t>
            </a:r>
            <a:r>
              <a:rPr sz="4000" dirty="0">
                <a:latin typeface="Tahoma"/>
                <a:cs typeface="Tahoma"/>
              </a:rPr>
              <a:t>end</a:t>
            </a:r>
            <a:r>
              <a:rPr sz="4000" spc="-5" dirty="0">
                <a:latin typeface="Tahoma"/>
                <a:cs typeface="Tahoma"/>
              </a:rPr>
              <a:t> </a:t>
            </a:r>
            <a:r>
              <a:rPr sz="4000" dirty="0">
                <a:latin typeface="Tahoma"/>
                <a:cs typeface="Tahoma"/>
              </a:rPr>
              <a:t>turn </a:t>
            </a:r>
            <a:r>
              <a:rPr sz="4000" spc="-25" dirty="0">
                <a:latin typeface="Tahoma"/>
                <a:cs typeface="Tahoma"/>
              </a:rPr>
              <a:t>key </a:t>
            </a:r>
            <a:r>
              <a:rPr sz="4000" spc="-10" dirty="0">
                <a:latin typeface="Tahoma"/>
                <a:cs typeface="Tahoma"/>
              </a:rPr>
              <a:t>projects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073" y="1254252"/>
            <a:ext cx="5943593" cy="5213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195" dirty="0"/>
              <a:t>Alpaca</a:t>
            </a:r>
            <a:r>
              <a:rPr spc="-20" dirty="0"/>
              <a:t> </a:t>
            </a:r>
            <a:r>
              <a:rPr spc="210" dirty="0"/>
              <a:t>in</a:t>
            </a:r>
            <a:r>
              <a:rPr spc="-35" dirty="0"/>
              <a:t> </a:t>
            </a:r>
            <a:r>
              <a:rPr spc="185" dirty="0"/>
              <a:t>Eastern</a:t>
            </a:r>
            <a:r>
              <a:rPr spc="-40" dirty="0"/>
              <a:t> </a:t>
            </a:r>
            <a:r>
              <a:rPr spc="185" dirty="0"/>
              <a:t>Europe</a:t>
            </a:r>
            <a:r>
              <a:rPr spc="-35" dirty="0"/>
              <a:t> </a:t>
            </a:r>
            <a:r>
              <a:rPr spc="185" dirty="0"/>
              <a:t>South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29396" y="1222135"/>
            <a:ext cx="2861310" cy="458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spc="-10" dirty="0">
                <a:solidFill>
                  <a:srgbClr val="FFFFFF"/>
                </a:solidFill>
                <a:latin typeface="Tahoma"/>
                <a:cs typeface="Tahoma"/>
              </a:rPr>
              <a:t>Alpaca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Romania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hub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Eastern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Europe</a:t>
            </a:r>
            <a:endParaRPr sz="1800" dirty="0">
              <a:latin typeface="Tahoma"/>
              <a:cs typeface="Tahoma"/>
            </a:endParaRPr>
          </a:p>
          <a:p>
            <a:pPr marR="11176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South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Region: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coordinating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countries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Region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99"/>
              </a:lnSpc>
              <a:spcBef>
                <a:spcPts val="1510"/>
              </a:spcBef>
            </a:pPr>
            <a:r>
              <a:rPr sz="1800" dirty="0">
                <a:solidFill>
                  <a:srgbClr val="FFFFFF"/>
                </a:solidFill>
                <a:latin typeface="Wingdings"/>
                <a:cs typeface="Wingdings"/>
              </a:rPr>
              <a:t>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having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4500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employees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region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dedicated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personnel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projects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(e.g.2700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people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Vivacom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outsourcing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project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Bulgaria;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1600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employees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Romania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/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Timisoara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involved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R&amp;D,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support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1800" spc="5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projects)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09040" y="1313575"/>
            <a:ext cx="2872740" cy="4625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OPERATIONAL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Direct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Sales: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6600"/>
              </a:lnSpc>
              <a:spcBef>
                <a:spcPts val="350"/>
              </a:spcBef>
            </a:pPr>
            <a:r>
              <a:rPr sz="1400" spc="114" dirty="0">
                <a:solidFill>
                  <a:srgbClr val="FFFFFF"/>
                </a:solidFill>
                <a:latin typeface="Tahoma"/>
                <a:cs typeface="Tahoma"/>
              </a:rPr>
              <a:t>Romania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0" dirty="0">
                <a:solidFill>
                  <a:srgbClr val="FFFFFF"/>
                </a:solidFill>
                <a:latin typeface="Tahoma"/>
                <a:cs typeface="Tahoma"/>
              </a:rPr>
              <a:t>1600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ahoma"/>
                <a:cs typeface="Tahoma"/>
              </a:rPr>
              <a:t>employees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Sales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Operations,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Communications,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Finance,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endParaRPr sz="1200">
              <a:latin typeface="Tahoma"/>
              <a:cs typeface="Tahoma"/>
            </a:endParaRPr>
          </a:p>
          <a:p>
            <a:pPr indent="-63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Accounts,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Human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Resources,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QA&amp;CC,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Pre-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Sales,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Regional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Sales,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Solutions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&amp;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Marketing</a:t>
            </a:r>
            <a:endParaRPr sz="1200">
              <a:latin typeface="Tahoma"/>
              <a:cs typeface="Tahoma"/>
            </a:endParaRPr>
          </a:p>
          <a:p>
            <a:pPr marR="405765">
              <a:lnSpc>
                <a:spcPct val="100800"/>
              </a:lnSpc>
              <a:spcBef>
                <a:spcPts val="204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Hosted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R&amp;D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Activities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Applications,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Wireless,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Optics,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Tahoma"/>
              <a:cs typeface="Tahoma"/>
            </a:endParaRPr>
          </a:p>
          <a:p>
            <a:pPr>
              <a:lnSpc>
                <a:spcPct val="107000"/>
              </a:lnSpc>
            </a:pP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Bulgaria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2500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ahoma"/>
                <a:cs typeface="Tahoma"/>
              </a:rPr>
              <a:t>employees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MOD,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Procurement,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Strategic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Industries,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Region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(Finance,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HR,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Sales,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QACC)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1400" spc="95" dirty="0">
                <a:solidFill>
                  <a:srgbClr val="FFFFFF"/>
                </a:solidFill>
                <a:latin typeface="Tahoma"/>
                <a:cs typeface="Tahoma"/>
              </a:rPr>
              <a:t>Serbia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0" dirty="0">
                <a:solidFill>
                  <a:srgbClr val="FFFFFF"/>
                </a:solidFill>
                <a:latin typeface="Tahoma"/>
                <a:cs typeface="Tahoma"/>
              </a:rPr>
              <a:t>26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ahoma"/>
                <a:cs typeface="Tahoma"/>
              </a:rPr>
              <a:t>employees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Procurement,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region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(QACC,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Sales,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PreSales,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Finance)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Hungary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0" dirty="0">
                <a:solidFill>
                  <a:srgbClr val="FFFFFF"/>
                </a:solidFill>
                <a:latin typeface="Tahoma"/>
                <a:cs typeface="Tahoma"/>
              </a:rPr>
              <a:t>35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ahoma"/>
                <a:cs typeface="Tahoma"/>
              </a:rPr>
              <a:t>employees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Sales,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Presales,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Finance,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17669" y="1254251"/>
            <a:ext cx="3200400" cy="5213985"/>
          </a:xfrm>
          <a:prstGeom prst="rect">
            <a:avLst/>
          </a:prstGeom>
          <a:solidFill>
            <a:srgbClr val="00B8E1"/>
          </a:solidFill>
        </p:spPr>
        <p:txBody>
          <a:bodyPr vert="horz" wrap="square" lIns="0" tIns="438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OPERATIONAL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8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Indirect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Sales:</a:t>
            </a:r>
            <a:endParaRPr sz="1800">
              <a:latin typeface="Tahoma"/>
              <a:cs typeface="Tahoma"/>
            </a:endParaRPr>
          </a:p>
          <a:p>
            <a:pPr marL="91440" marR="249554">
              <a:lnSpc>
                <a:spcPct val="100200"/>
              </a:lnSpc>
              <a:spcBef>
                <a:spcPts val="65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Representative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Offices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Local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Partnerships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function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EES8</a:t>
            </a:r>
            <a:endParaRPr sz="1800">
              <a:latin typeface="Tahoma"/>
              <a:cs typeface="Tahoma"/>
            </a:endParaRPr>
          </a:p>
          <a:p>
            <a:pPr marL="90805" marR="216535" indent="7112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Moldova,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Macedonia,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Albania,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Montenegro,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Bosnia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Herzegovina,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Croatia,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Slovenia,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Kosovo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4073" y="1228344"/>
            <a:ext cx="3514725" cy="5390515"/>
          </a:xfrm>
          <a:custGeom>
            <a:avLst/>
            <a:gdLst/>
            <a:ahLst/>
            <a:cxnLst/>
            <a:rect l="l" t="t" r="r" b="b"/>
            <a:pathLst>
              <a:path w="3514725" h="5390515">
                <a:moveTo>
                  <a:pt x="3514343" y="5390387"/>
                </a:moveTo>
                <a:lnTo>
                  <a:pt x="3514343" y="0"/>
                </a:lnTo>
                <a:lnTo>
                  <a:pt x="0" y="0"/>
                </a:lnTo>
                <a:lnTo>
                  <a:pt x="0" y="5390387"/>
                </a:lnTo>
                <a:lnTo>
                  <a:pt x="3514343" y="5390387"/>
                </a:lnTo>
                <a:close/>
              </a:path>
            </a:pathLst>
          </a:custGeom>
          <a:solidFill>
            <a:srgbClr val="00B8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80124" y="3254754"/>
            <a:ext cx="281368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3218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FFFFFF"/>
                </a:solidFill>
                <a:latin typeface="Tahoma"/>
                <a:cs typeface="Tahoma"/>
              </a:rPr>
              <a:t>Endless possibilities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1384" y="1555904"/>
            <a:ext cx="5221605" cy="4949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600" spc="125" dirty="0">
                <a:solidFill>
                  <a:srgbClr val="FFFFFF"/>
                </a:solidFill>
                <a:latin typeface="Tahoma"/>
                <a:cs typeface="Tahoma"/>
              </a:rPr>
              <a:t>Wireless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5" dirty="0">
                <a:solidFill>
                  <a:srgbClr val="FFFFFF"/>
                </a:solidFill>
                <a:latin typeface="Tahoma"/>
                <a:cs typeface="Tahoma"/>
              </a:rPr>
              <a:t>R&amp;D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center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contributing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endParaRPr sz="1600">
              <a:latin typeface="Tahoma"/>
              <a:cs typeface="Tahoma"/>
            </a:endParaRPr>
          </a:p>
          <a:p>
            <a:pPr marR="261620">
              <a:lnSpc>
                <a:spcPct val="100000"/>
              </a:lnSpc>
              <a:spcBef>
                <a:spcPts val="10"/>
              </a:spcBef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development of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Tahoma"/>
                <a:cs typeface="Tahoma"/>
              </a:rPr>
              <a:t>LTE,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Tahoma"/>
                <a:cs typeface="Tahoma"/>
              </a:rPr>
              <a:t>WCDMA,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Tahoma"/>
                <a:cs typeface="Tahoma"/>
              </a:rPr>
              <a:t>GSM,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30" dirty="0">
                <a:solidFill>
                  <a:srgbClr val="FFFFFF"/>
                </a:solidFill>
                <a:latin typeface="Tahoma"/>
                <a:cs typeface="Tahoma"/>
              </a:rPr>
              <a:t>CDMA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ahoma"/>
                <a:cs typeface="Tahoma"/>
              </a:rPr>
              <a:t>TD- </a:t>
            </a:r>
            <a:r>
              <a:rPr sz="1600" spc="125" dirty="0">
                <a:solidFill>
                  <a:srgbClr val="FFFFFF"/>
                </a:solidFill>
                <a:latin typeface="Tahoma"/>
                <a:cs typeface="Tahoma"/>
              </a:rPr>
              <a:t>SCDMA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product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portfolio.</a:t>
            </a:r>
            <a:endParaRPr sz="1600">
              <a:latin typeface="Tahoma"/>
              <a:cs typeface="Tahoma"/>
            </a:endParaRPr>
          </a:p>
          <a:p>
            <a:pPr marR="3211195">
              <a:lnSpc>
                <a:spcPct val="229999"/>
              </a:lnSpc>
              <a:spcBef>
                <a:spcPts val="10"/>
              </a:spcBef>
            </a:pPr>
            <a:r>
              <a:rPr sz="1600" spc="10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45" dirty="0">
                <a:solidFill>
                  <a:srgbClr val="FFFFFF"/>
                </a:solidFill>
                <a:latin typeface="Tahoma"/>
                <a:cs typeface="Tahoma"/>
              </a:rPr>
              <a:t>530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engineers </a:t>
            </a:r>
            <a:r>
              <a:rPr sz="1600" spc="95" dirty="0">
                <a:solidFill>
                  <a:srgbClr val="FFFFFF"/>
                </a:solidFill>
                <a:latin typeface="Tahoma"/>
                <a:cs typeface="Tahoma"/>
              </a:rPr>
              <a:t>Capabilities: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O&amp;M,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MFS,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transcoder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Methods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documentation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Validation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Tests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Off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Acceptance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(2G,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3G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4G/LTE)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Product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Technical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level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2+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1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PreSales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Design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3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Technical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1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Installation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Commissioning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17815" y="662432"/>
            <a:ext cx="6805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195" dirty="0"/>
              <a:t>Alpaca</a:t>
            </a:r>
            <a:r>
              <a:rPr spc="-20" dirty="0"/>
              <a:t> </a:t>
            </a:r>
            <a:r>
              <a:rPr spc="225" dirty="0"/>
              <a:t>Romania</a:t>
            </a:r>
            <a:r>
              <a:rPr spc="-30" dirty="0"/>
              <a:t> </a:t>
            </a:r>
            <a:r>
              <a:rPr spc="240" dirty="0"/>
              <a:t>–</a:t>
            </a:r>
            <a:r>
              <a:rPr spc="-30" dirty="0"/>
              <a:t> </a:t>
            </a:r>
            <a:r>
              <a:rPr spc="185" dirty="0"/>
              <a:t>Capabilities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81381" y="1555904"/>
            <a:ext cx="5248275" cy="459422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R="247015">
              <a:lnSpc>
                <a:spcPts val="1930"/>
              </a:lnSpc>
              <a:spcBef>
                <a:spcPts val="50"/>
              </a:spcBef>
            </a:pP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Optics</a:t>
            </a:r>
            <a:r>
              <a:rPr sz="16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5" dirty="0">
                <a:solidFill>
                  <a:srgbClr val="FFFFFF"/>
                </a:solidFill>
                <a:latin typeface="Tahoma"/>
                <a:cs typeface="Tahoma"/>
              </a:rPr>
              <a:t>R&amp;D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center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contributing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Optics</a:t>
            </a:r>
            <a:r>
              <a:rPr sz="16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product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portfolio.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600" spc="10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45" dirty="0">
                <a:solidFill>
                  <a:srgbClr val="FFFFFF"/>
                </a:solidFill>
                <a:latin typeface="Tahoma"/>
                <a:cs typeface="Tahoma"/>
              </a:rPr>
              <a:t>100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engineers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00">
              <a:latin typeface="Tahoma"/>
              <a:cs typeface="Tahoma"/>
            </a:endParaRPr>
          </a:p>
          <a:p>
            <a:pPr marR="260350">
              <a:lnSpc>
                <a:spcPct val="107800"/>
              </a:lnSpc>
            </a:pPr>
            <a:r>
              <a:rPr sz="16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600" spc="7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ODC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involved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terrestrial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and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submarine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WDM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(high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capacity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long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distance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transport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solution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optical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fiber)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CC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products.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600"/>
              </a:lnSpc>
              <a:spcBef>
                <a:spcPts val="275"/>
              </a:spcBef>
            </a:pPr>
            <a:r>
              <a:rPr sz="16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600" spc="7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ODC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participates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Optics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solutions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complex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transport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networks.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600" spc="95" dirty="0">
                <a:solidFill>
                  <a:srgbClr val="FFFFFF"/>
                </a:solidFill>
                <a:latin typeface="Tahoma"/>
                <a:cs typeface="Tahoma"/>
              </a:rPr>
              <a:t>Capabilities: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Software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endParaRPr sz="1600">
              <a:latin typeface="Tahoma"/>
              <a:cs typeface="Tahoma"/>
            </a:endParaRPr>
          </a:p>
          <a:p>
            <a:pPr marR="626110">
              <a:lnSpc>
                <a:spcPct val="100600"/>
              </a:lnSpc>
              <a:spcBef>
                <a:spcPts val="275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3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Testing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(software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integration,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Pre-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validation)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Simulators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testing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teams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81290" y="1555904"/>
            <a:ext cx="5426710" cy="495363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R="208279" indent="-635">
              <a:lnSpc>
                <a:spcPts val="1930"/>
              </a:lnSpc>
              <a:spcBef>
                <a:spcPts val="50"/>
              </a:spcBef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Focus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4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Integration,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5" dirty="0">
                <a:solidFill>
                  <a:srgbClr val="FFFFFF"/>
                </a:solidFill>
                <a:latin typeface="Tahoma"/>
                <a:cs typeface="Tahoma"/>
              </a:rPr>
              <a:t>Global </a:t>
            </a:r>
            <a:r>
              <a:rPr sz="1600" spc="14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Operations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95" dirty="0">
                <a:solidFill>
                  <a:srgbClr val="FFFFFF"/>
                </a:solidFill>
                <a:latin typeface="Tahoma"/>
                <a:cs typeface="Tahoma"/>
              </a:rPr>
              <a:t>Centre,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30" dirty="0">
                <a:solidFill>
                  <a:srgbClr val="FFFFFF"/>
                </a:solidFill>
                <a:latin typeface="Tahoma"/>
                <a:cs typeface="Tahoma"/>
              </a:rPr>
              <a:t>Multimedia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endParaRPr sz="1600">
              <a:latin typeface="Tahoma"/>
              <a:cs typeface="Tahoma"/>
            </a:endParaRPr>
          </a:p>
          <a:p>
            <a:pPr>
              <a:lnSpc>
                <a:spcPts val="1855"/>
              </a:lnSpc>
            </a:pP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3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7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10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45" dirty="0">
                <a:solidFill>
                  <a:srgbClr val="FFFFFF"/>
                </a:solidFill>
                <a:latin typeface="Tahoma"/>
                <a:cs typeface="Tahoma"/>
              </a:rPr>
              <a:t>500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5" dirty="0">
                <a:solidFill>
                  <a:srgbClr val="FFFFFF"/>
                </a:solidFill>
                <a:latin typeface="Tahoma"/>
                <a:cs typeface="Tahoma"/>
              </a:rPr>
              <a:t>engineeres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600">
              <a:latin typeface="Tahoma"/>
              <a:cs typeface="Tahoma"/>
            </a:endParaRPr>
          </a:p>
          <a:p>
            <a:pPr marR="87630">
              <a:lnSpc>
                <a:spcPct val="99600"/>
              </a:lnSpc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Division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 deals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with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specification,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3rd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party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customization,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configuration,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testing,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site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installation,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support,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400">
              <a:latin typeface="Tahoma"/>
              <a:cs typeface="Tahoma"/>
            </a:endParaRPr>
          </a:p>
          <a:p>
            <a:pPr marR="21590">
              <a:lnSpc>
                <a:spcPct val="99600"/>
              </a:lnSpc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Operations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Centre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Tahoma"/>
                <a:cs typeface="Tahoma"/>
              </a:rPr>
              <a:t>(GNOC)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(Tier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clients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Switzerland,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Belgium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Austria)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fixed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(Tier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1,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2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Winston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BT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Project)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spc="4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Vivacom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Bulgaria,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Winston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Project,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Orange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Switzerland,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Sunrise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Switzerland,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Base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Belgium,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Orange Austria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>
              <a:latin typeface="Tahoma"/>
              <a:cs typeface="Tahoma"/>
            </a:endParaRPr>
          </a:p>
          <a:p>
            <a:pPr marR="494030">
              <a:lnSpc>
                <a:spcPts val="1670"/>
              </a:lnSpc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-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Tahoma"/>
                <a:cs typeface="Tahoma"/>
              </a:rPr>
              <a:t>Multimedia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Division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deals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Unicast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Broadcast,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Advertising,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Rich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Media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Client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5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Tahoma"/>
                <a:cs typeface="Tahoma"/>
              </a:rPr>
              <a:t>(PMST)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works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some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tens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important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projects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covering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EMEA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APAC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regions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1282" y="2118260"/>
            <a:ext cx="5257165" cy="18205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indent="-635">
              <a:lnSpc>
                <a:spcPts val="1920"/>
              </a:lnSpc>
              <a:spcBef>
                <a:spcPts val="60"/>
              </a:spcBef>
            </a:pP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Applications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0" dirty="0">
                <a:solidFill>
                  <a:srgbClr val="FFFFFF"/>
                </a:solidFill>
                <a:latin typeface="Tahoma"/>
                <a:cs typeface="Tahoma"/>
              </a:rPr>
              <a:t>R&amp;D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center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contributing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software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media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servers,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media</a:t>
            </a:r>
            <a:endParaRPr sz="1600">
              <a:latin typeface="Tahoma"/>
              <a:cs typeface="Tahoma"/>
            </a:endParaRPr>
          </a:p>
          <a:p>
            <a:pPr>
              <a:lnSpc>
                <a:spcPts val="1920"/>
              </a:lnSpc>
              <a:spcBef>
                <a:spcPts val="10"/>
              </a:spcBef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applications,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video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streaming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server,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management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applications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e2e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platforms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applications.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600" spc="10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45" dirty="0">
                <a:solidFill>
                  <a:srgbClr val="FFFFFF"/>
                </a:solidFill>
                <a:latin typeface="Tahoma"/>
                <a:cs typeface="Tahoma"/>
              </a:rPr>
              <a:t>100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engineers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99082" y="1237487"/>
            <a:ext cx="5619115" cy="5394960"/>
          </a:xfrm>
          <a:custGeom>
            <a:avLst/>
            <a:gdLst/>
            <a:ahLst/>
            <a:cxnLst/>
            <a:rect l="l" t="t" r="r" b="b"/>
            <a:pathLst>
              <a:path w="5619115" h="5394959">
                <a:moveTo>
                  <a:pt x="5618987" y="5394959"/>
                </a:moveTo>
                <a:lnTo>
                  <a:pt x="5618987" y="0"/>
                </a:lnTo>
                <a:lnTo>
                  <a:pt x="0" y="0"/>
                </a:lnTo>
                <a:lnTo>
                  <a:pt x="0" y="5394959"/>
                </a:lnTo>
                <a:lnTo>
                  <a:pt x="5618987" y="5394959"/>
                </a:lnTo>
                <a:close/>
              </a:path>
            </a:pathLst>
          </a:custGeom>
          <a:solidFill>
            <a:srgbClr val="0053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99087" y="1235839"/>
            <a:ext cx="5127625" cy="54057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OSS/BSS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Competence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Center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40"/>
              </a:spcBef>
            </a:pPr>
            <a:r>
              <a:rPr sz="1800" dirty="0">
                <a:solidFill>
                  <a:srgbClr val="684FA1"/>
                </a:solidFill>
                <a:latin typeface="Wingdings"/>
                <a:cs typeface="Wingdings"/>
              </a:rPr>
              <a:t></a:t>
            </a:r>
            <a:r>
              <a:rPr sz="1800" spc="80" dirty="0">
                <a:solidFill>
                  <a:srgbClr val="684FA1"/>
                </a:solidFill>
                <a:latin typeface="Times New Roman"/>
                <a:cs typeface="Times New Roman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Tahoma"/>
                <a:cs typeface="Tahoma"/>
              </a:rPr>
              <a:t>Activities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Tahoma"/>
                <a:cs typeface="Tahoma"/>
              </a:rPr>
              <a:t>performed:</a:t>
            </a:r>
            <a:endParaRPr sz="18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6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40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Software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development,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integration/customization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59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3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Functional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acceptance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tests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50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Installation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site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59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4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Maintenance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endParaRPr sz="1400">
              <a:latin typeface="Tahoma"/>
              <a:cs typeface="Tahoma"/>
            </a:endParaRPr>
          </a:p>
          <a:p>
            <a:pPr marL="571500" indent="-195580">
              <a:lnSpc>
                <a:spcPct val="79300"/>
              </a:lnSpc>
              <a:spcBef>
                <a:spcPts val="944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2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documentation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(specification,test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documents,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user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guide…)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3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Technical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endParaRPr sz="1400">
              <a:latin typeface="Tahoma"/>
              <a:cs typeface="Tahoma"/>
            </a:endParaRPr>
          </a:p>
          <a:p>
            <a:pPr marR="887730">
              <a:lnSpc>
                <a:spcPct val="100000"/>
              </a:lnSpc>
              <a:spcBef>
                <a:spcPts val="980"/>
              </a:spcBef>
            </a:pPr>
            <a:r>
              <a:rPr sz="1800" dirty="0">
                <a:solidFill>
                  <a:srgbClr val="684FA1"/>
                </a:solidFill>
                <a:latin typeface="Wingdings"/>
                <a:cs typeface="Wingdings"/>
              </a:rPr>
              <a:t></a:t>
            </a:r>
            <a:r>
              <a:rPr sz="1800" spc="75" dirty="0">
                <a:solidFill>
                  <a:srgbClr val="684FA1"/>
                </a:solidFill>
                <a:latin typeface="Times New Roman"/>
                <a:cs typeface="Times New Roman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ahoma"/>
                <a:cs typeface="Tahoma"/>
              </a:rPr>
              <a:t>Existing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ahoma"/>
                <a:cs typeface="Tahoma"/>
              </a:rPr>
              <a:t>competencies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ahoma"/>
                <a:cs typeface="Tahoma"/>
              </a:rPr>
              <a:t>following </a:t>
            </a:r>
            <a:r>
              <a:rPr sz="1800" spc="105" dirty="0">
                <a:solidFill>
                  <a:srgbClr val="FFFFFF"/>
                </a:solidFill>
                <a:latin typeface="Tahoma"/>
                <a:cs typeface="Tahoma"/>
              </a:rPr>
              <a:t>applications:</a:t>
            </a:r>
            <a:endParaRPr sz="18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55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70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Billing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50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Charging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Gateway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8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Fault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management/Service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Troubleshooting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585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55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Provisioning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(based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Cramer,Axiom,Comptel)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40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59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70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ICC/OSP</a:t>
            </a:r>
            <a:endParaRPr sz="14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795D9A"/>
                </a:solidFill>
                <a:latin typeface="Wingdings"/>
                <a:cs typeface="Wingdings"/>
              </a:rPr>
              <a:t></a:t>
            </a:r>
            <a:r>
              <a:rPr sz="1400" spc="50" dirty="0">
                <a:solidFill>
                  <a:srgbClr val="795D9A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Call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Center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(Genesys)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88413" y="1228344"/>
            <a:ext cx="5629910" cy="5390515"/>
          </a:xfrm>
          <a:custGeom>
            <a:avLst/>
            <a:gdLst/>
            <a:ahLst/>
            <a:cxnLst/>
            <a:rect l="l" t="t" r="r" b="b"/>
            <a:pathLst>
              <a:path w="5629909" h="5390515">
                <a:moveTo>
                  <a:pt x="5629655" y="5390387"/>
                </a:moveTo>
                <a:lnTo>
                  <a:pt x="5629655" y="0"/>
                </a:lnTo>
                <a:lnTo>
                  <a:pt x="0" y="0"/>
                </a:lnTo>
                <a:lnTo>
                  <a:pt x="0" y="5390387"/>
                </a:lnTo>
                <a:lnTo>
                  <a:pt x="5629655" y="5390387"/>
                </a:lnTo>
                <a:close/>
              </a:path>
            </a:pathLst>
          </a:custGeom>
          <a:solidFill>
            <a:srgbClr val="0053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81282" y="1555904"/>
            <a:ext cx="5313045" cy="4167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central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HR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support,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EMEA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0" dirty="0">
                <a:solidFill>
                  <a:srgbClr val="FFFFFF"/>
                </a:solidFill>
                <a:latin typeface="Tahoma"/>
                <a:cs typeface="Tahoma"/>
              </a:rPr>
              <a:t>HR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Center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high-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quality,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timely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consistent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HR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employees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across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Europe,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Middle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East</a:t>
            </a:r>
            <a:r>
              <a:rPr sz="16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Africa (EMEA).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45" dirty="0">
                <a:solidFill>
                  <a:srgbClr val="FFFFFF"/>
                </a:solidFill>
                <a:latin typeface="Tahoma"/>
                <a:cs typeface="Tahoma"/>
              </a:rPr>
              <a:t>100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Tahoma"/>
                <a:cs typeface="Tahoma"/>
              </a:rPr>
              <a:t>professionals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600" spc="95" dirty="0">
                <a:solidFill>
                  <a:srgbClr val="FFFFFF"/>
                </a:solidFill>
                <a:latin typeface="Tahoma"/>
                <a:cs typeface="Tahoma"/>
              </a:rPr>
              <a:t>Capabilities: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600" spc="-2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General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HR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inquiries.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sz="14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400" spc="-1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Employee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Self-Service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sz="14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400" spc="-1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Policies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Forms.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sz="14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400" spc="-1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Program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questions.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sz="14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400" spc="-5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HR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Tools.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sz="1400" dirty="0">
                <a:solidFill>
                  <a:srgbClr val="795D9A"/>
                </a:solidFill>
                <a:latin typeface="Tahoma"/>
                <a:cs typeface="Tahoma"/>
              </a:rPr>
              <a:t>-</a:t>
            </a:r>
            <a:r>
              <a:rPr sz="1400" spc="-10" dirty="0">
                <a:solidFill>
                  <a:srgbClr val="795D9A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HR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related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inquiry.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99082" y="1322831"/>
            <a:ext cx="5619115" cy="5096510"/>
          </a:xfrm>
          <a:custGeom>
            <a:avLst/>
            <a:gdLst/>
            <a:ahLst/>
            <a:cxnLst/>
            <a:rect l="l" t="t" r="r" b="b"/>
            <a:pathLst>
              <a:path w="5619115" h="5096510">
                <a:moveTo>
                  <a:pt x="5618987" y="5096255"/>
                </a:moveTo>
                <a:lnTo>
                  <a:pt x="5618987" y="0"/>
                </a:lnTo>
                <a:lnTo>
                  <a:pt x="0" y="0"/>
                </a:lnTo>
                <a:lnTo>
                  <a:pt x="0" y="5096255"/>
                </a:lnTo>
                <a:lnTo>
                  <a:pt x="5618987" y="5096255"/>
                </a:lnTo>
                <a:close/>
              </a:path>
            </a:pathLst>
          </a:custGeom>
          <a:solidFill>
            <a:srgbClr val="0053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62676" y="1307083"/>
            <a:ext cx="5142865" cy="3485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2200" spc="150" dirty="0">
                <a:solidFill>
                  <a:srgbClr val="FFFFFF"/>
                </a:solidFill>
                <a:latin typeface="Tahoma"/>
                <a:cs typeface="Tahoma"/>
              </a:rPr>
              <a:t>Alpaca</a:t>
            </a:r>
            <a:r>
              <a:rPr sz="2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145" dirty="0">
                <a:solidFill>
                  <a:srgbClr val="FFFFFF"/>
                </a:solidFill>
                <a:latin typeface="Tahoma"/>
                <a:cs typeface="Tahoma"/>
              </a:rPr>
              <a:t>University</a:t>
            </a:r>
            <a:endParaRPr sz="2200" dirty="0">
              <a:latin typeface="Tahoma"/>
              <a:cs typeface="Tahoma"/>
            </a:endParaRPr>
          </a:p>
          <a:p>
            <a:pPr marL="321945" indent="-309245">
              <a:lnSpc>
                <a:spcPct val="100000"/>
              </a:lnSpc>
              <a:spcBef>
                <a:spcPts val="2060"/>
              </a:spcBef>
              <a:buClr>
                <a:srgbClr val="795D9A"/>
              </a:buClr>
              <a:buSzPct val="110000"/>
              <a:buFont typeface="Wingdings"/>
              <a:buChar char=""/>
              <a:tabLst>
                <a:tab pos="32194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21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training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centers</a:t>
            </a:r>
            <a:endParaRPr sz="2000" dirty="0">
              <a:latin typeface="Tahoma"/>
              <a:cs typeface="Tahoma"/>
            </a:endParaRPr>
          </a:p>
          <a:p>
            <a:pPr marL="207645" marR="205740" indent="-195580">
              <a:lnSpc>
                <a:spcPct val="100000"/>
              </a:lnSpc>
              <a:spcBef>
                <a:spcPts val="1845"/>
              </a:spcBef>
              <a:buClr>
                <a:srgbClr val="795D9A"/>
              </a:buClr>
              <a:buFont typeface="Wingdings"/>
              <a:buChar char=""/>
              <a:tabLst>
                <a:tab pos="207645" algn="l"/>
                <a:tab pos="292100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qualification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solutions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clients,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partners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employees</a:t>
            </a:r>
            <a:endParaRPr sz="2000" dirty="0">
              <a:latin typeface="Tahoma"/>
              <a:cs typeface="Tahoma"/>
            </a:endParaRPr>
          </a:p>
          <a:p>
            <a:pPr marL="207645" marR="104139" indent="-194945">
              <a:lnSpc>
                <a:spcPct val="102000"/>
              </a:lnSpc>
              <a:spcBef>
                <a:spcPts val="2005"/>
              </a:spcBef>
              <a:buClr>
                <a:srgbClr val="795D9A"/>
              </a:buClr>
              <a:buSzPct val="110000"/>
              <a:buFont typeface="Wingdings"/>
              <a:buChar char=""/>
              <a:tabLst>
                <a:tab pos="207645" algn="l"/>
                <a:tab pos="321945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partnerships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Technical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Universities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Timisoara,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Bucharest,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Cluj-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Napoca,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Arad</a:t>
            </a:r>
            <a:endParaRPr sz="2000" dirty="0">
              <a:latin typeface="Tahoma"/>
              <a:cs typeface="Tahoma"/>
            </a:endParaRPr>
          </a:p>
          <a:p>
            <a:pPr marL="207645" marR="5080" indent="-195580">
              <a:lnSpc>
                <a:spcPct val="100000"/>
              </a:lnSpc>
              <a:spcBef>
                <a:spcPts val="1800"/>
              </a:spcBef>
              <a:buClr>
                <a:srgbClr val="795D9A"/>
              </a:buClr>
              <a:buFont typeface="Wingdings"/>
              <a:buChar char=""/>
              <a:tabLst>
                <a:tab pos="207645" algn="l"/>
                <a:tab pos="292100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course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development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university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curricula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together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academics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4836" y="5142179"/>
            <a:ext cx="6901815" cy="80899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800" dirty="0">
                <a:latin typeface="Tahoma"/>
                <a:cs typeface="Tahoma"/>
              </a:rPr>
              <a:t>Capabilities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Eastern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Europe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South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Region</a:t>
            </a:r>
            <a:endParaRPr sz="28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380"/>
              </a:spcBef>
            </a:pPr>
            <a:r>
              <a:rPr lang="en-GB" sz="1400" spc="-10" dirty="0">
                <a:solidFill>
                  <a:srgbClr val="7E7E7E"/>
                </a:solidFill>
                <a:latin typeface="Tahoma"/>
                <a:cs typeface="Tahoma"/>
              </a:rPr>
              <a:t>Alpaca</a:t>
            </a:r>
            <a:r>
              <a:rPr sz="1400" spc="-1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7E7E7E"/>
                </a:solidFill>
                <a:latin typeface="Tahoma"/>
                <a:cs typeface="Tahoma"/>
              </a:rPr>
              <a:t>-</a:t>
            </a:r>
            <a:r>
              <a:rPr sz="1400" spc="-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Tahoma"/>
                <a:cs typeface="Tahoma"/>
              </a:rPr>
              <a:t>Regional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963" y="673608"/>
            <a:ext cx="8526780" cy="375513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1263395"/>
            <a:ext cx="9144000" cy="5134610"/>
            <a:chOff x="774073" y="1263395"/>
            <a:chExt cx="9144000" cy="5134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073" y="1263395"/>
              <a:ext cx="9143993" cy="51343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0994" y="3214115"/>
              <a:ext cx="763523" cy="81991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HIGH</a:t>
            </a:r>
            <a:r>
              <a:rPr spc="-45" dirty="0"/>
              <a:t> </a:t>
            </a:r>
            <a:r>
              <a:rPr spc="190" dirty="0"/>
              <a:t>LEVERAGE</a:t>
            </a:r>
            <a:r>
              <a:rPr spc="-20" dirty="0"/>
              <a:t> </a:t>
            </a:r>
            <a:r>
              <a:rPr spc="195" dirty="0"/>
              <a:t>NETWORK</a:t>
            </a:r>
            <a:r>
              <a:rPr sz="2550" spc="292" baseline="26143" dirty="0"/>
              <a:t>TM</a:t>
            </a:r>
            <a:r>
              <a:rPr sz="2550" spc="472" baseline="26143" dirty="0"/>
              <a:t> </a:t>
            </a:r>
            <a:r>
              <a:rPr sz="2800" spc="200" dirty="0"/>
              <a:t>(HLN)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0778" y="506983"/>
            <a:ext cx="6439535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70"/>
              </a:lnSpc>
              <a:spcBef>
                <a:spcPts val="95"/>
              </a:spcBef>
            </a:pPr>
            <a:r>
              <a:rPr spc="245" dirty="0"/>
              <a:t>HIGH</a:t>
            </a:r>
            <a:r>
              <a:rPr spc="-45" dirty="0"/>
              <a:t> </a:t>
            </a:r>
            <a:r>
              <a:rPr spc="190" dirty="0"/>
              <a:t>LEVERAGE</a:t>
            </a:r>
            <a:r>
              <a:rPr spc="-25" dirty="0"/>
              <a:t> </a:t>
            </a:r>
            <a:r>
              <a:rPr spc="175" dirty="0"/>
              <a:t>NETWORK™</a:t>
            </a:r>
          </a:p>
          <a:p>
            <a:pPr marL="12700">
              <a:lnSpc>
                <a:spcPts val="3170"/>
              </a:lnSpc>
            </a:pPr>
            <a:r>
              <a:rPr spc="229" dirty="0"/>
              <a:t>A</a:t>
            </a:r>
            <a:r>
              <a:rPr spc="-45" dirty="0"/>
              <a:t> </a:t>
            </a:r>
            <a:r>
              <a:rPr spc="210" dirty="0"/>
              <a:t>PLATFORM</a:t>
            </a:r>
            <a:r>
              <a:rPr spc="-35" dirty="0"/>
              <a:t> </a:t>
            </a:r>
            <a:r>
              <a:rPr spc="204" dirty="0"/>
              <a:t>FOR</a:t>
            </a:r>
            <a:r>
              <a:rPr spc="-40" dirty="0"/>
              <a:t> </a:t>
            </a:r>
            <a:r>
              <a:rPr spc="195" dirty="0"/>
              <a:t>VALUE</a:t>
            </a:r>
            <a:r>
              <a:rPr spc="-40" dirty="0"/>
              <a:t> </a:t>
            </a:r>
            <a:r>
              <a:rPr spc="190" dirty="0"/>
              <a:t>CREATION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749" y="4617720"/>
            <a:ext cx="3831332" cy="169773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65525" y="4617720"/>
            <a:ext cx="3858895" cy="1697989"/>
            <a:chOff x="5565525" y="4617720"/>
            <a:chExt cx="3858895" cy="169798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5525" y="4617720"/>
              <a:ext cx="3858767" cy="16977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146169" y="4977384"/>
              <a:ext cx="414655" cy="85725"/>
            </a:xfrm>
            <a:custGeom>
              <a:avLst/>
              <a:gdLst/>
              <a:ahLst/>
              <a:cxnLst/>
              <a:rect l="l" t="t" r="r" b="b"/>
              <a:pathLst>
                <a:path w="414654" h="85725">
                  <a:moveTo>
                    <a:pt x="6095" y="0"/>
                  </a:moveTo>
                  <a:lnTo>
                    <a:pt x="146303" y="0"/>
                  </a:lnTo>
                </a:path>
                <a:path w="414654" h="85725">
                  <a:moveTo>
                    <a:pt x="262127" y="18287"/>
                  </a:moveTo>
                  <a:lnTo>
                    <a:pt x="414528" y="18287"/>
                  </a:lnTo>
                </a:path>
                <a:path w="414654" h="85725">
                  <a:moveTo>
                    <a:pt x="0" y="24384"/>
                  </a:moveTo>
                  <a:lnTo>
                    <a:pt x="158495" y="24384"/>
                  </a:lnTo>
                </a:path>
                <a:path w="414654" h="85725">
                  <a:moveTo>
                    <a:pt x="0" y="30480"/>
                  </a:moveTo>
                  <a:lnTo>
                    <a:pt x="158495" y="30480"/>
                  </a:lnTo>
                </a:path>
                <a:path w="414654" h="85725">
                  <a:moveTo>
                    <a:pt x="0" y="36575"/>
                  </a:moveTo>
                  <a:lnTo>
                    <a:pt x="158495" y="36575"/>
                  </a:lnTo>
                </a:path>
                <a:path w="414654" h="85725">
                  <a:moveTo>
                    <a:pt x="0" y="42672"/>
                  </a:moveTo>
                  <a:lnTo>
                    <a:pt x="158495" y="42672"/>
                  </a:lnTo>
                </a:path>
                <a:path w="414654" h="85725">
                  <a:moveTo>
                    <a:pt x="0" y="48768"/>
                  </a:moveTo>
                  <a:lnTo>
                    <a:pt x="158495" y="48768"/>
                  </a:lnTo>
                </a:path>
                <a:path w="414654" h="85725">
                  <a:moveTo>
                    <a:pt x="262127" y="60960"/>
                  </a:moveTo>
                  <a:lnTo>
                    <a:pt x="414528" y="60960"/>
                  </a:lnTo>
                </a:path>
                <a:path w="414654" h="85725">
                  <a:moveTo>
                    <a:pt x="0" y="67056"/>
                  </a:moveTo>
                  <a:lnTo>
                    <a:pt x="152400" y="67056"/>
                  </a:lnTo>
                </a:path>
                <a:path w="414654" h="85725">
                  <a:moveTo>
                    <a:pt x="6095" y="79248"/>
                  </a:moveTo>
                  <a:lnTo>
                    <a:pt x="146303" y="79248"/>
                  </a:lnTo>
                </a:path>
                <a:path w="414654" h="85725">
                  <a:moveTo>
                    <a:pt x="268224" y="85344"/>
                  </a:moveTo>
                  <a:lnTo>
                    <a:pt x="402336" y="85344"/>
                  </a:lnTo>
                </a:path>
              </a:pathLst>
            </a:custGeom>
            <a:ln w="6095">
              <a:solidFill>
                <a:srgbClr val="19B6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70553" y="5099304"/>
              <a:ext cx="323215" cy="24765"/>
            </a:xfrm>
            <a:custGeom>
              <a:avLst/>
              <a:gdLst/>
              <a:ahLst/>
              <a:cxnLst/>
              <a:rect l="l" t="t" r="r" b="b"/>
              <a:pathLst>
                <a:path w="323214" h="24764">
                  <a:moveTo>
                    <a:pt x="310895" y="0"/>
                  </a:moveTo>
                  <a:lnTo>
                    <a:pt x="323087" y="0"/>
                  </a:lnTo>
                </a:path>
                <a:path w="323214" h="24764">
                  <a:moveTo>
                    <a:pt x="0" y="24384"/>
                  </a:moveTo>
                  <a:lnTo>
                    <a:pt x="109728" y="24384"/>
                  </a:lnTo>
                </a:path>
              </a:pathLst>
            </a:custGeom>
            <a:ln w="6095">
              <a:solidFill>
                <a:srgbClr val="8BDAF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79113" y="5178552"/>
              <a:ext cx="30480" cy="12700"/>
            </a:xfrm>
            <a:custGeom>
              <a:avLst/>
              <a:gdLst/>
              <a:ahLst/>
              <a:cxnLst/>
              <a:rect l="l" t="t" r="r" b="b"/>
              <a:pathLst>
                <a:path w="30479" h="12700">
                  <a:moveTo>
                    <a:pt x="0" y="0"/>
                  </a:moveTo>
                  <a:lnTo>
                    <a:pt x="30480" y="0"/>
                  </a:lnTo>
                </a:path>
                <a:path w="30479" h="12700">
                  <a:moveTo>
                    <a:pt x="0" y="12191"/>
                  </a:moveTo>
                  <a:lnTo>
                    <a:pt x="30480" y="12191"/>
                  </a:lnTo>
                </a:path>
              </a:pathLst>
            </a:custGeom>
            <a:ln w="6095">
              <a:solidFill>
                <a:srgbClr val="19B6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1849" y="4974336"/>
              <a:ext cx="865632" cy="4937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890137" y="5288280"/>
              <a:ext cx="152400" cy="170815"/>
            </a:xfrm>
            <a:custGeom>
              <a:avLst/>
              <a:gdLst/>
              <a:ahLst/>
              <a:cxnLst/>
              <a:rect l="l" t="t" r="r" b="b"/>
              <a:pathLst>
                <a:path w="152400" h="170814">
                  <a:moveTo>
                    <a:pt x="0" y="0"/>
                  </a:moveTo>
                  <a:lnTo>
                    <a:pt x="146304" y="0"/>
                  </a:lnTo>
                </a:path>
                <a:path w="152400" h="170814">
                  <a:moveTo>
                    <a:pt x="60960" y="134111"/>
                  </a:moveTo>
                  <a:lnTo>
                    <a:pt x="91440" y="134111"/>
                  </a:lnTo>
                </a:path>
                <a:path w="152400" h="170814">
                  <a:moveTo>
                    <a:pt x="0" y="170687"/>
                  </a:moveTo>
                  <a:lnTo>
                    <a:pt x="152400" y="170687"/>
                  </a:lnTo>
                </a:path>
              </a:pathLst>
            </a:custGeom>
            <a:ln w="6095">
              <a:solidFill>
                <a:srgbClr val="8BDAF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60825" y="5465064"/>
              <a:ext cx="615950" cy="0"/>
            </a:xfrm>
            <a:custGeom>
              <a:avLst/>
              <a:gdLst/>
              <a:ahLst/>
              <a:cxnLst/>
              <a:rect l="l" t="t" r="r" b="b"/>
              <a:pathLst>
                <a:path w="615950">
                  <a:moveTo>
                    <a:pt x="0" y="0"/>
                  </a:moveTo>
                  <a:lnTo>
                    <a:pt x="615695" y="0"/>
                  </a:lnTo>
                </a:path>
              </a:pathLst>
            </a:custGeom>
            <a:ln w="6095">
              <a:solidFill>
                <a:srgbClr val="19B6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90137" y="5483352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6095">
              <a:solidFill>
                <a:srgbClr val="52C8EE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0825" y="5483352"/>
              <a:ext cx="603885" cy="0"/>
            </a:xfrm>
            <a:custGeom>
              <a:avLst/>
              <a:gdLst/>
              <a:ahLst/>
              <a:cxnLst/>
              <a:rect l="l" t="t" r="r" b="b"/>
              <a:pathLst>
                <a:path w="603884">
                  <a:moveTo>
                    <a:pt x="0" y="0"/>
                  </a:moveTo>
                  <a:lnTo>
                    <a:pt x="603504" y="0"/>
                  </a:lnTo>
                </a:path>
              </a:pathLst>
            </a:custGeom>
            <a:ln w="6095">
              <a:solidFill>
                <a:srgbClr val="19B6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5753" y="5468112"/>
              <a:ext cx="810767" cy="32308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865753" y="5775960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195071" y="0"/>
                  </a:lnTo>
                </a:path>
              </a:pathLst>
            </a:custGeom>
            <a:ln w="6095">
              <a:solidFill>
                <a:srgbClr val="19B6E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84041" y="5794248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4">
                  <a:moveTo>
                    <a:pt x="0" y="0"/>
                  </a:moveTo>
                  <a:lnTo>
                    <a:pt x="170687" y="0"/>
                  </a:lnTo>
                </a:path>
              </a:pathLst>
            </a:custGeom>
            <a:ln w="6095">
              <a:solidFill>
                <a:srgbClr val="8BDAF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15689" y="5791200"/>
              <a:ext cx="213359" cy="609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1721" y="5785104"/>
              <a:ext cx="219456" cy="1219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27881" y="5798058"/>
              <a:ext cx="451484" cy="0"/>
            </a:xfrm>
            <a:custGeom>
              <a:avLst/>
              <a:gdLst/>
              <a:ahLst/>
              <a:cxnLst/>
              <a:rect l="l" t="t" r="r" b="b"/>
              <a:pathLst>
                <a:path w="451484">
                  <a:moveTo>
                    <a:pt x="0" y="0"/>
                  </a:moveTo>
                  <a:lnTo>
                    <a:pt x="195071" y="0"/>
                  </a:lnTo>
                </a:path>
                <a:path w="451484">
                  <a:moveTo>
                    <a:pt x="256031" y="0"/>
                  </a:moveTo>
                  <a:lnTo>
                    <a:pt x="451103" y="0"/>
                  </a:lnTo>
                </a:path>
              </a:pathLst>
            </a:custGeom>
            <a:ln w="3175">
              <a:solidFill>
                <a:srgbClr val="8BDAF3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5525" y="2293619"/>
            <a:ext cx="3858767" cy="157886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937" y="2293619"/>
            <a:ext cx="3840476" cy="157886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421012" y="4697981"/>
            <a:ext cx="2508885" cy="1303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0" dirty="0">
                <a:latin typeface="Tahoma"/>
                <a:cs typeface="Tahoma"/>
              </a:rPr>
              <a:t>LEVERAGE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10" dirty="0">
                <a:latin typeface="Tahoma"/>
                <a:cs typeface="Tahoma"/>
              </a:rPr>
              <a:t>YOUR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95" dirty="0">
                <a:latin typeface="Tahoma"/>
                <a:cs typeface="Tahoma"/>
              </a:rPr>
              <a:t>NETWORK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75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dirty="0">
                <a:latin typeface="Tahoma"/>
                <a:cs typeface="Tahoma"/>
              </a:rPr>
              <a:t>Address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data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explosion</a:t>
            </a:r>
            <a:endParaRPr sz="1400">
              <a:latin typeface="Tahoma"/>
              <a:cs typeface="Tahoma"/>
            </a:endParaRPr>
          </a:p>
          <a:p>
            <a:pPr marL="128270" marR="360045" indent="-116205">
              <a:lnSpc>
                <a:spcPts val="1680"/>
              </a:lnSpc>
              <a:spcBef>
                <a:spcPts val="50"/>
              </a:spcBef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Deliver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service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innovation 	</a:t>
            </a:r>
            <a:r>
              <a:rPr sz="1400" dirty="0">
                <a:latin typeface="Tahoma"/>
                <a:cs typeface="Tahoma"/>
              </a:rPr>
              <a:t>at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speed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10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dirty="0">
                <a:latin typeface="Tahoma"/>
                <a:cs typeface="Tahoma"/>
              </a:rPr>
              <a:t>Transform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simplify</a:t>
            </a:r>
            <a:endParaRPr sz="1400">
              <a:latin typeface="Tahoma"/>
              <a:cs typeface="Tahoma"/>
            </a:endParaRPr>
          </a:p>
          <a:p>
            <a:pPr marL="129539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your</a:t>
            </a:r>
            <a:r>
              <a:rPr sz="1400" spc="-10" dirty="0">
                <a:latin typeface="Tahoma"/>
                <a:cs typeface="Tahoma"/>
              </a:rPr>
              <a:t> network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21010" y="2427222"/>
            <a:ext cx="2306955" cy="130175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240029">
              <a:lnSpc>
                <a:spcPts val="1670"/>
              </a:lnSpc>
              <a:spcBef>
                <a:spcPts val="165"/>
              </a:spcBef>
            </a:pPr>
            <a:r>
              <a:rPr sz="1400" spc="110" dirty="0">
                <a:latin typeface="Tahoma"/>
                <a:cs typeface="Tahoma"/>
              </a:rPr>
              <a:t>PROVIDE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100" dirty="0">
                <a:latin typeface="Tahoma"/>
                <a:cs typeface="Tahoma"/>
              </a:rPr>
              <a:t>BROADBAND </a:t>
            </a:r>
            <a:r>
              <a:rPr sz="1400" spc="90" dirty="0">
                <a:latin typeface="Tahoma"/>
                <a:cs typeface="Tahoma"/>
              </a:rPr>
              <a:t>EVERYWHERE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20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dirty="0">
                <a:latin typeface="Tahoma"/>
                <a:cs typeface="Tahoma"/>
              </a:rPr>
              <a:t>Deliver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wireless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all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around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75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dirty="0">
                <a:latin typeface="Tahoma"/>
                <a:cs typeface="Tahoma"/>
              </a:rPr>
              <a:t>Enable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open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access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all</a:t>
            </a:r>
            <a:endParaRPr sz="1400">
              <a:latin typeface="Tahoma"/>
              <a:cs typeface="Tahoma"/>
            </a:endParaRPr>
          </a:p>
          <a:p>
            <a:pPr marL="128270" marR="5080" indent="-116205">
              <a:lnSpc>
                <a:spcPts val="1670"/>
              </a:lnSpc>
              <a:spcBef>
                <a:spcPts val="65"/>
              </a:spcBef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Bridge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fixed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10" dirty="0">
                <a:latin typeface="Tahoma"/>
                <a:cs typeface="Tahoma"/>
              </a:rPr>
              <a:t> mobile 	worlds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97582" y="2413507"/>
            <a:ext cx="2145030" cy="1303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9115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latin typeface="Tahoma"/>
                <a:cs typeface="Tahoma"/>
              </a:rPr>
              <a:t>CAPTIVATE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90" dirty="0">
                <a:latin typeface="Tahoma"/>
                <a:cs typeface="Tahoma"/>
              </a:rPr>
              <a:t>YOUR </a:t>
            </a:r>
            <a:r>
              <a:rPr sz="1400" spc="85" dirty="0">
                <a:latin typeface="Tahoma"/>
                <a:cs typeface="Tahoma"/>
              </a:rPr>
              <a:t>CUSTOMERS</a:t>
            </a:r>
            <a:endParaRPr sz="1400">
              <a:latin typeface="Tahoma"/>
              <a:cs typeface="Tahoma"/>
            </a:endParaRPr>
          </a:p>
          <a:p>
            <a:pPr marL="128270" marR="5080" indent="-116205">
              <a:lnSpc>
                <a:spcPts val="1680"/>
              </a:lnSpc>
              <a:spcBef>
                <a:spcPts val="45"/>
              </a:spcBef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Pioneer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media,</a:t>
            </a:r>
            <a:r>
              <a:rPr sz="1400" spc="-25" dirty="0">
                <a:latin typeface="Tahoma"/>
                <a:cs typeface="Tahoma"/>
              </a:rPr>
              <a:t> new 	</a:t>
            </a:r>
            <a:r>
              <a:rPr sz="1400" dirty="0">
                <a:latin typeface="Tahoma"/>
                <a:cs typeface="Tahoma"/>
              </a:rPr>
              <a:t>content,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applications</a:t>
            </a:r>
            <a:endParaRPr sz="1400">
              <a:latin typeface="Tahoma"/>
              <a:cs typeface="Tahoma"/>
            </a:endParaRPr>
          </a:p>
          <a:p>
            <a:pPr marL="128270" marR="36830" indent="-116205">
              <a:lnSpc>
                <a:spcPts val="1670"/>
              </a:lnSpc>
              <a:spcBef>
                <a:spcPts val="10"/>
              </a:spcBef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Manage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real-</a:t>
            </a:r>
            <a:r>
              <a:rPr sz="1400" spc="-20" dirty="0">
                <a:latin typeface="Tahoma"/>
                <a:cs typeface="Tahoma"/>
              </a:rPr>
              <a:t>time 	</a:t>
            </a:r>
            <a:r>
              <a:rPr sz="1400" dirty="0">
                <a:latin typeface="Tahoma"/>
                <a:cs typeface="Tahoma"/>
              </a:rPr>
              <a:t>end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customer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experience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9749" y="4073651"/>
            <a:ext cx="3834765" cy="556260"/>
          </a:xfrm>
          <a:prstGeom prst="rect">
            <a:avLst/>
          </a:prstGeom>
          <a:solidFill>
            <a:srgbClr val="FFBF00"/>
          </a:solidFill>
        </p:spPr>
        <p:txBody>
          <a:bodyPr vert="horz" wrap="square" lIns="0" tIns="139700" rIns="0" bIns="0" rtlCol="0">
            <a:spAutoFit/>
          </a:bodyPr>
          <a:lstStyle/>
          <a:p>
            <a:pPr marL="134620" algn="ctr">
              <a:lnSpc>
                <a:spcPct val="100000"/>
              </a:lnSpc>
              <a:spcBef>
                <a:spcPts val="1100"/>
              </a:spcBef>
            </a:pPr>
            <a:r>
              <a:rPr sz="1800" spc="14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Tahoma"/>
                <a:cs typeface="Tahoma"/>
              </a:rPr>
              <a:t>EVOLUTION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84982" y="2761488"/>
            <a:ext cx="978535" cy="599440"/>
            <a:chOff x="5784982" y="2761488"/>
            <a:chExt cx="978535" cy="599440"/>
          </a:xfrm>
        </p:grpSpPr>
        <p:sp>
          <p:nvSpPr>
            <p:cNvPr id="28" name="object 28"/>
            <p:cNvSpPr/>
            <p:nvPr/>
          </p:nvSpPr>
          <p:spPr>
            <a:xfrm>
              <a:off x="6301618" y="2763774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4572">
              <a:solidFill>
                <a:srgbClr val="F481C5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55314" y="2766060"/>
              <a:ext cx="333756" cy="8686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0742" y="2852928"/>
              <a:ext cx="342900" cy="91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37026" y="2862072"/>
              <a:ext cx="374904" cy="365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2454" y="2898648"/>
              <a:ext cx="379476" cy="137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04438" y="2912364"/>
              <a:ext cx="512064" cy="4114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99866" y="2955798"/>
              <a:ext cx="516890" cy="0"/>
            </a:xfrm>
            <a:custGeom>
              <a:avLst/>
              <a:gdLst/>
              <a:ahLst/>
              <a:cxnLst/>
              <a:rect l="l" t="t" r="r" b="b"/>
              <a:pathLst>
                <a:path w="516890">
                  <a:moveTo>
                    <a:pt x="0" y="0"/>
                  </a:moveTo>
                  <a:lnTo>
                    <a:pt x="516636" y="0"/>
                  </a:lnTo>
                </a:path>
              </a:pathLst>
            </a:custGeom>
            <a:ln w="4572">
              <a:solidFill>
                <a:srgbClr val="EB058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26130" y="2953512"/>
              <a:ext cx="932687" cy="1508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826130" y="3106674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>
                  <a:moveTo>
                    <a:pt x="0" y="0"/>
                  </a:moveTo>
                  <a:lnTo>
                    <a:pt x="22859" y="0"/>
                  </a:lnTo>
                </a:path>
              </a:pathLst>
            </a:custGeom>
            <a:ln w="4572">
              <a:solidFill>
                <a:srgbClr val="EB058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84982" y="3104388"/>
              <a:ext cx="978408" cy="256032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1385191" y="4943855"/>
            <a:ext cx="768350" cy="768350"/>
            <a:chOff x="1385191" y="4943855"/>
            <a:chExt cx="768350" cy="768350"/>
          </a:xfrm>
        </p:grpSpPr>
        <p:sp>
          <p:nvSpPr>
            <p:cNvPr id="39" name="object 39"/>
            <p:cNvSpPr/>
            <p:nvPr/>
          </p:nvSpPr>
          <p:spPr>
            <a:xfrm>
              <a:off x="1769242" y="494690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DDA8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191" y="4949951"/>
              <a:ext cx="768095" cy="7619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212985" y="1749551"/>
            <a:ext cx="3848100" cy="558165"/>
          </a:xfrm>
          <a:prstGeom prst="rect">
            <a:avLst/>
          </a:prstGeom>
          <a:solidFill>
            <a:srgbClr val="33B132"/>
          </a:solidFill>
        </p:spPr>
        <p:txBody>
          <a:bodyPr vert="horz" wrap="square" lIns="0" tIns="139700" rIns="0" bIns="0" rtlCol="0">
            <a:spAutoFit/>
          </a:bodyPr>
          <a:lstStyle/>
          <a:p>
            <a:pPr marL="836294">
              <a:lnSpc>
                <a:spcPct val="100000"/>
              </a:lnSpc>
              <a:spcBef>
                <a:spcPts val="1100"/>
              </a:spcBef>
            </a:pPr>
            <a:r>
              <a:rPr sz="1800" spc="145" dirty="0">
                <a:solidFill>
                  <a:srgbClr val="FFFFFF"/>
                </a:solidFill>
                <a:latin typeface="Tahoma"/>
                <a:cs typeface="Tahoma"/>
              </a:rPr>
              <a:t>UNIVERSAL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Tahoma"/>
                <a:cs typeface="Tahoma"/>
              </a:rPr>
              <a:t>ACCESS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53333" y="1763267"/>
            <a:ext cx="3870960" cy="558165"/>
          </a:xfrm>
          <a:prstGeom prst="rect">
            <a:avLst/>
          </a:prstGeom>
          <a:solidFill>
            <a:srgbClr val="FF3298"/>
          </a:solidFill>
        </p:spPr>
        <p:txBody>
          <a:bodyPr vert="horz" wrap="square" lIns="0" tIns="139700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1100"/>
              </a:spcBef>
            </a:pPr>
            <a:r>
              <a:rPr sz="1800" spc="145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Tahoma"/>
                <a:cs typeface="Tahoma"/>
              </a:rPr>
              <a:t>ENABLEMENT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67050" y="4073651"/>
            <a:ext cx="3858895" cy="556260"/>
          </a:xfrm>
          <a:prstGeom prst="rect">
            <a:avLst/>
          </a:prstGeom>
          <a:solidFill>
            <a:srgbClr val="00AFF0"/>
          </a:solidFill>
        </p:spPr>
        <p:txBody>
          <a:bodyPr vert="horz" wrap="square" lIns="0" tIns="1270" rIns="0" bIns="0" rtlCol="0">
            <a:spAutoFit/>
          </a:bodyPr>
          <a:lstStyle/>
          <a:p>
            <a:pPr marL="883919" marR="741045" indent="271145">
              <a:lnSpc>
                <a:spcPct val="100000"/>
              </a:lnSpc>
              <a:spcBef>
                <a:spcPts val="10"/>
              </a:spcBef>
            </a:pPr>
            <a:r>
              <a:rPr sz="1800" spc="125" dirty="0">
                <a:solidFill>
                  <a:srgbClr val="FFFFFF"/>
                </a:solidFill>
                <a:latin typeface="Tahoma"/>
                <a:cs typeface="Tahoma"/>
              </a:rPr>
              <a:t>OPERATIONAL </a:t>
            </a:r>
            <a:r>
              <a:rPr sz="1800" spc="130" dirty="0">
                <a:solidFill>
                  <a:srgbClr val="FFFFFF"/>
                </a:solidFill>
                <a:latin typeface="Tahoma"/>
                <a:cs typeface="Tahoma"/>
              </a:rPr>
              <a:t>TRANSFORMATION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97582" y="4684266"/>
            <a:ext cx="2228215" cy="151511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1650">
              <a:lnSpc>
                <a:spcPts val="1670"/>
              </a:lnSpc>
              <a:spcBef>
                <a:spcPts val="165"/>
              </a:spcBef>
            </a:pPr>
            <a:r>
              <a:rPr sz="1400" spc="110" dirty="0">
                <a:latin typeface="Tahoma"/>
                <a:cs typeface="Tahoma"/>
              </a:rPr>
              <a:t>TRANSFORM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85" dirty="0">
                <a:latin typeface="Tahoma"/>
                <a:cs typeface="Tahoma"/>
              </a:rPr>
              <a:t>YOUR </a:t>
            </a:r>
            <a:r>
              <a:rPr sz="1400" spc="90" dirty="0">
                <a:latin typeface="Tahoma"/>
                <a:cs typeface="Tahoma"/>
              </a:rPr>
              <a:t>OPERATIONS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25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dirty="0">
                <a:latin typeface="Tahoma"/>
                <a:cs typeface="Tahoma"/>
              </a:rPr>
              <a:t>Optimize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costs</a:t>
            </a:r>
            <a:endParaRPr sz="1400">
              <a:latin typeface="Tahoma"/>
              <a:cs typeface="Tahoma"/>
            </a:endParaRPr>
          </a:p>
          <a:p>
            <a:pPr marL="128270" marR="5080" indent="-116205">
              <a:lnSpc>
                <a:spcPts val="1670"/>
              </a:lnSpc>
              <a:spcBef>
                <a:spcPts val="65"/>
              </a:spcBef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Increase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focus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superior 	</a:t>
            </a:r>
            <a:r>
              <a:rPr sz="1400" dirty="0">
                <a:latin typeface="Tahoma"/>
                <a:cs typeface="Tahoma"/>
              </a:rPr>
              <a:t>QoE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growth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drivers</a:t>
            </a:r>
            <a:endParaRPr sz="1400">
              <a:latin typeface="Tahoma"/>
              <a:cs typeface="Tahoma"/>
            </a:endParaRPr>
          </a:p>
          <a:p>
            <a:pPr marL="128270" marR="260350" indent="-116205">
              <a:lnSpc>
                <a:spcPts val="1670"/>
              </a:lnSpc>
              <a:spcBef>
                <a:spcPts val="10"/>
              </a:spcBef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Mitigate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transformation 	</a:t>
            </a:r>
            <a:r>
              <a:rPr sz="1400" dirty="0">
                <a:latin typeface="Tahoma"/>
                <a:cs typeface="Tahoma"/>
              </a:rPr>
              <a:t>complexity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risk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87655" y="2639567"/>
            <a:ext cx="1000125" cy="762000"/>
            <a:chOff x="1287655" y="2639567"/>
            <a:chExt cx="1000125" cy="762000"/>
          </a:xfrm>
        </p:grpSpPr>
        <p:sp>
          <p:nvSpPr>
            <p:cNvPr id="46" name="object 46"/>
            <p:cNvSpPr/>
            <p:nvPr/>
          </p:nvSpPr>
          <p:spPr>
            <a:xfrm>
              <a:off x="1299847" y="2727959"/>
              <a:ext cx="73660" cy="43180"/>
            </a:xfrm>
            <a:custGeom>
              <a:avLst/>
              <a:gdLst/>
              <a:ahLst/>
              <a:cxnLst/>
              <a:rect l="l" t="t" r="r" b="b"/>
              <a:pathLst>
                <a:path w="73659" h="43180">
                  <a:moveTo>
                    <a:pt x="0" y="0"/>
                  </a:moveTo>
                  <a:lnTo>
                    <a:pt x="48767" y="0"/>
                  </a:lnTo>
                </a:path>
                <a:path w="73659" h="43180">
                  <a:moveTo>
                    <a:pt x="12191" y="36575"/>
                  </a:moveTo>
                  <a:lnTo>
                    <a:pt x="73152" y="36575"/>
                  </a:lnTo>
                </a:path>
                <a:path w="73659" h="43180">
                  <a:moveTo>
                    <a:pt x="12191" y="42672"/>
                  </a:moveTo>
                  <a:lnTo>
                    <a:pt x="73152" y="42672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7655" y="2639567"/>
              <a:ext cx="926595" cy="55473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507111" y="31607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6DBA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47194" y="3191255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0" y="0"/>
                  </a:moveTo>
                  <a:lnTo>
                    <a:pt x="67056" y="0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507111" y="3209543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5" h="6350">
                  <a:moveTo>
                    <a:pt x="0" y="0"/>
                  </a:moveTo>
                  <a:lnTo>
                    <a:pt x="18288" y="0"/>
                  </a:lnTo>
                </a:path>
                <a:path w="18415" h="6350">
                  <a:moveTo>
                    <a:pt x="0" y="6096"/>
                  </a:moveTo>
                  <a:lnTo>
                    <a:pt x="18288" y="6096"/>
                  </a:lnTo>
                </a:path>
              </a:pathLst>
            </a:custGeom>
            <a:ln w="6095">
              <a:solidFill>
                <a:srgbClr val="A6DBA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208154" y="3270503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>
                  <a:moveTo>
                    <a:pt x="0" y="0"/>
                  </a:moveTo>
                  <a:lnTo>
                    <a:pt x="60960" y="0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8823" y="3194303"/>
              <a:ext cx="798579" cy="20726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226442" y="3313175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>
                  <a:moveTo>
                    <a:pt x="0" y="0"/>
                  </a:moveTo>
                  <a:lnTo>
                    <a:pt x="54864" y="0"/>
                  </a:lnTo>
                </a:path>
              </a:pathLst>
            </a:custGeom>
            <a:ln w="6095">
              <a:solidFill>
                <a:srgbClr val="4FB847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75338" y="3337559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80">
                  <a:moveTo>
                    <a:pt x="0" y="0"/>
                  </a:moveTo>
                  <a:lnTo>
                    <a:pt x="30480" y="0"/>
                  </a:lnTo>
                </a:path>
              </a:pathLst>
            </a:custGeom>
            <a:ln w="6095">
              <a:solidFill>
                <a:srgbClr val="A6DBA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0952" y="506983"/>
            <a:ext cx="4864100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70"/>
              </a:lnSpc>
              <a:spcBef>
                <a:spcPts val="95"/>
              </a:spcBef>
            </a:pPr>
            <a:r>
              <a:rPr spc="210" dirty="0"/>
              <a:t>IDEAS</a:t>
            </a:r>
            <a:r>
              <a:rPr spc="-35" dirty="0"/>
              <a:t> </a:t>
            </a:r>
            <a:r>
              <a:rPr spc="200" dirty="0"/>
              <a:t>FOR</a:t>
            </a:r>
            <a:r>
              <a:rPr spc="-40" dirty="0"/>
              <a:t> </a:t>
            </a:r>
            <a:r>
              <a:rPr spc="204" dirty="0"/>
              <a:t>GROWTH</a:t>
            </a:r>
          </a:p>
          <a:p>
            <a:pPr marL="12700">
              <a:lnSpc>
                <a:spcPts val="3170"/>
              </a:lnSpc>
            </a:pPr>
            <a:r>
              <a:rPr dirty="0"/>
              <a:t>MARKET</a:t>
            </a:r>
            <a:r>
              <a:rPr spc="-80" dirty="0"/>
              <a:t> </a:t>
            </a:r>
            <a:r>
              <a:rPr dirty="0"/>
              <a:t>GROWTH</a:t>
            </a:r>
            <a:r>
              <a:rPr spc="-85" dirty="0"/>
              <a:t> </a:t>
            </a:r>
            <a:r>
              <a:rPr spc="-10" dirty="0"/>
              <a:t>PROGRAMS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05288" y="1538731"/>
            <a:ext cx="57867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Innovating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defining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business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models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support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mobile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data </a:t>
            </a:r>
            <a:r>
              <a:rPr sz="1600" dirty="0">
                <a:latin typeface="Tahoma"/>
                <a:cs typeface="Tahoma"/>
              </a:rPr>
              <a:t>demand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new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applications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5288" y="3254754"/>
            <a:ext cx="6397625" cy="4902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739"/>
              </a:lnSpc>
              <a:spcBef>
                <a:spcPts val="300"/>
              </a:spcBef>
            </a:pPr>
            <a:r>
              <a:rPr sz="1600" dirty="0">
                <a:latin typeface="Tahoma"/>
                <a:cs typeface="Tahoma"/>
              </a:rPr>
              <a:t>Creating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new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&amp;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profitable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opportunities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network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capabilities</a:t>
            </a:r>
            <a:r>
              <a:rPr sz="1600" spc="-25" dirty="0">
                <a:latin typeface="Tahoma"/>
                <a:cs typeface="Tahoma"/>
              </a:rPr>
              <a:t> and </a:t>
            </a:r>
            <a:r>
              <a:rPr sz="1600" dirty="0">
                <a:latin typeface="Tahoma"/>
                <a:cs typeface="Tahoma"/>
              </a:rPr>
              <a:t>shape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new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application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content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value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chain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5288" y="4178298"/>
            <a:ext cx="6210935" cy="4902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739"/>
              </a:lnSpc>
              <a:spcBef>
                <a:spcPts val="300"/>
              </a:spcBef>
            </a:pPr>
            <a:r>
              <a:rPr sz="1600" dirty="0">
                <a:latin typeface="Tahoma"/>
                <a:cs typeface="Tahoma"/>
              </a:rPr>
              <a:t>Offering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ways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network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capabilities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claim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vital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role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</a:t>
            </a:r>
            <a:r>
              <a:rPr sz="1600" spc="-25" dirty="0">
                <a:latin typeface="Tahoma"/>
                <a:cs typeface="Tahoma"/>
              </a:rPr>
              <a:t> the </a:t>
            </a:r>
            <a:r>
              <a:rPr sz="1600" dirty="0">
                <a:latin typeface="Tahoma"/>
                <a:cs typeface="Tahoma"/>
              </a:rPr>
              <a:t>Cloud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future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5288" y="5088125"/>
            <a:ext cx="5897880" cy="4902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739"/>
              </a:lnSpc>
              <a:spcBef>
                <a:spcPts val="300"/>
              </a:spcBef>
            </a:pPr>
            <a:r>
              <a:rPr sz="1600" dirty="0">
                <a:latin typeface="Tahoma"/>
                <a:cs typeface="Tahoma"/>
              </a:rPr>
              <a:t>Providing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ubiquitous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broadband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access,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security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reliability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for </a:t>
            </a:r>
            <a:r>
              <a:rPr sz="1600" dirty="0">
                <a:latin typeface="Tahoma"/>
                <a:cs typeface="Tahoma"/>
              </a:rPr>
              <a:t>critical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national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strategic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industries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infrastructure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7754" y="5850125"/>
            <a:ext cx="6215380" cy="7112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739"/>
              </a:lnSpc>
              <a:spcBef>
                <a:spcPts val="300"/>
              </a:spcBef>
            </a:pPr>
            <a:r>
              <a:rPr sz="1600" dirty="0">
                <a:latin typeface="Tahoma"/>
                <a:cs typeface="Tahoma"/>
              </a:rPr>
              <a:t>Offering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alternatives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reducing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complexity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(business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models, </a:t>
            </a:r>
            <a:r>
              <a:rPr sz="1600" dirty="0">
                <a:latin typeface="Tahoma"/>
                <a:cs typeface="Tahoma"/>
              </a:rPr>
              <a:t>ecosystem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standards)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achieve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potential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Internet</a:t>
            </a:r>
            <a:r>
              <a:rPr sz="1600" spc="-25" dirty="0">
                <a:latin typeface="Tahoma"/>
                <a:cs typeface="Tahoma"/>
              </a:rPr>
              <a:t> of </a:t>
            </a:r>
            <a:r>
              <a:rPr sz="1600" spc="-10" dirty="0">
                <a:latin typeface="Tahoma"/>
                <a:cs typeface="Tahoma"/>
              </a:rPr>
              <a:t>Things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9541" y="1485900"/>
            <a:ext cx="1758950" cy="685800"/>
          </a:xfrm>
          <a:prstGeom prst="rect">
            <a:avLst/>
          </a:prstGeom>
          <a:solidFill>
            <a:srgbClr val="402D5D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36525" marR="448309">
              <a:lnSpc>
                <a:spcPts val="1430"/>
              </a:lnSpc>
              <a:spcBef>
                <a:spcPts val="1300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WIRELESS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ALL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AROUND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541" y="2295144"/>
            <a:ext cx="1758950" cy="695325"/>
          </a:xfrm>
          <a:prstGeom prst="rect">
            <a:avLst/>
          </a:prstGeom>
          <a:solidFill>
            <a:srgbClr val="402D5D"/>
          </a:solidFill>
        </p:spPr>
        <p:txBody>
          <a:bodyPr vert="horz" wrap="square" lIns="0" tIns="80645" rIns="0" bIns="0" rtlCol="0">
            <a:spAutoFit/>
          </a:bodyPr>
          <a:lstStyle/>
          <a:p>
            <a:pPr marL="136525" marR="87630">
              <a:lnSpc>
                <a:spcPct val="84600"/>
              </a:lnSpc>
              <a:spcBef>
                <a:spcPts val="63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CUSTOMER EXPERIENCE TRANSFORMATION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9541" y="3171444"/>
            <a:ext cx="1758950" cy="695325"/>
          </a:xfrm>
          <a:prstGeom prst="rect">
            <a:avLst/>
          </a:prstGeom>
          <a:solidFill>
            <a:srgbClr val="402D5D"/>
          </a:solidFill>
        </p:spPr>
        <p:txBody>
          <a:bodyPr vert="horz" wrap="square" lIns="0" tIns="80645" rIns="0" bIns="0" rtlCol="0">
            <a:spAutoFit/>
          </a:bodyPr>
          <a:lstStyle/>
          <a:p>
            <a:pPr marL="136525" marR="123825" indent="-635">
              <a:lnSpc>
                <a:spcPct val="84600"/>
              </a:lnSpc>
              <a:spcBef>
                <a:spcPts val="63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4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VALUE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CHAIN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4969" y="4105655"/>
            <a:ext cx="1758950" cy="685800"/>
          </a:xfrm>
          <a:prstGeom prst="rect">
            <a:avLst/>
          </a:prstGeom>
          <a:solidFill>
            <a:srgbClr val="402D5D"/>
          </a:solidFill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CLOUD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969" y="4957571"/>
            <a:ext cx="1758950" cy="695325"/>
          </a:xfrm>
          <a:prstGeom prst="rect">
            <a:avLst/>
          </a:prstGeom>
          <a:solidFill>
            <a:srgbClr val="402D5D"/>
          </a:solidFill>
        </p:spPr>
        <p:txBody>
          <a:bodyPr vert="horz" wrap="square" lIns="0" tIns="80645" rIns="0" bIns="0" rtlCol="0">
            <a:spAutoFit/>
          </a:bodyPr>
          <a:lstStyle/>
          <a:p>
            <a:pPr marL="136525" marR="152400">
              <a:lnSpc>
                <a:spcPct val="84600"/>
              </a:lnSpc>
              <a:spcBef>
                <a:spcPts val="63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CRITICAL NATIONAL INFRASTRUCTURE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4969" y="5862827"/>
            <a:ext cx="1758950" cy="695325"/>
          </a:xfrm>
          <a:prstGeom prst="rect">
            <a:avLst/>
          </a:prstGeom>
          <a:solidFill>
            <a:srgbClr val="402D5D"/>
          </a:solidFill>
        </p:spPr>
        <p:txBody>
          <a:bodyPr vert="horz" wrap="square" lIns="0" tIns="170180" rIns="0" bIns="0" rtlCol="0">
            <a:spAutoFit/>
          </a:bodyPr>
          <a:lstStyle/>
          <a:p>
            <a:pPr marL="136525" marR="711200">
              <a:lnSpc>
                <a:spcPts val="1430"/>
              </a:lnSpc>
              <a:spcBef>
                <a:spcPts val="1340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INTERNET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THINGS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8148" y="2322067"/>
            <a:ext cx="63588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Creating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providing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ways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attract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retain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customers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managing </a:t>
            </a:r>
            <a:r>
              <a:rPr sz="1600" dirty="0">
                <a:latin typeface="Tahoma"/>
                <a:cs typeface="Tahoma"/>
              </a:rPr>
              <a:t>end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user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experience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0952" y="715771"/>
            <a:ext cx="6107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0" dirty="0"/>
              <a:t>References/proof</a:t>
            </a:r>
            <a:r>
              <a:rPr spc="-40" dirty="0"/>
              <a:t> </a:t>
            </a:r>
            <a:r>
              <a:rPr spc="185" dirty="0"/>
              <a:t>of</a:t>
            </a:r>
            <a:r>
              <a:rPr spc="-25" dirty="0"/>
              <a:t> </a:t>
            </a:r>
            <a:r>
              <a:rPr spc="200" dirty="0"/>
              <a:t>our</a:t>
            </a:r>
            <a:r>
              <a:rPr spc="-25" dirty="0"/>
              <a:t> </a:t>
            </a:r>
            <a:r>
              <a:rPr spc="190" dirty="0"/>
              <a:t>expertise</a:t>
            </a:r>
          </a:p>
        </p:txBody>
      </p:sp>
      <p:sp>
        <p:nvSpPr>
          <p:cNvPr id="3" name="object 3"/>
          <p:cNvSpPr/>
          <p:nvPr/>
        </p:nvSpPr>
        <p:spPr>
          <a:xfrm>
            <a:off x="1571122" y="2253995"/>
            <a:ext cx="3535679" cy="3063240"/>
          </a:xfrm>
          <a:custGeom>
            <a:avLst/>
            <a:gdLst/>
            <a:ahLst/>
            <a:cxnLst/>
            <a:rect l="l" t="t" r="r" b="b"/>
            <a:pathLst>
              <a:path w="3535679" h="3063240">
                <a:moveTo>
                  <a:pt x="0" y="240791"/>
                </a:moveTo>
                <a:lnTo>
                  <a:pt x="0" y="3063239"/>
                </a:lnTo>
                <a:lnTo>
                  <a:pt x="3535679" y="3063239"/>
                </a:lnTo>
                <a:lnTo>
                  <a:pt x="3535679" y="240791"/>
                </a:lnTo>
                <a:lnTo>
                  <a:pt x="0" y="240791"/>
                </a:lnTo>
                <a:close/>
              </a:path>
              <a:path w="3535679" h="3063240">
                <a:moveTo>
                  <a:pt x="0" y="0"/>
                </a:moveTo>
                <a:lnTo>
                  <a:pt x="0" y="1025651"/>
                </a:lnTo>
                <a:lnTo>
                  <a:pt x="3535679" y="1025651"/>
                </a:lnTo>
                <a:lnTo>
                  <a:pt x="3535679" y="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636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1597" y="2244470"/>
            <a:ext cx="3554729" cy="1045210"/>
          </a:xfrm>
          <a:prstGeom prst="rect">
            <a:avLst/>
          </a:prstGeom>
          <a:solidFill>
            <a:srgbClr val="563689"/>
          </a:solidFill>
        </p:spPr>
        <p:txBody>
          <a:bodyPr vert="horz" wrap="square" lIns="0" tIns="152400" rIns="0" bIns="0" rtlCol="0">
            <a:spAutoFit/>
          </a:bodyPr>
          <a:lstStyle/>
          <a:p>
            <a:pPr marL="1222375" marR="1179195" indent="-104139" algn="ctr">
              <a:lnSpc>
                <a:spcPct val="101099"/>
              </a:lnSpc>
              <a:spcBef>
                <a:spcPts val="1200"/>
              </a:spcBef>
            </a:pPr>
            <a:r>
              <a:rPr sz="1800" spc="125" dirty="0">
                <a:solidFill>
                  <a:srgbClr val="FFFFFF"/>
                </a:solidFill>
                <a:latin typeface="Tahoma"/>
                <a:cs typeface="Tahoma"/>
              </a:rPr>
              <a:t>Mobile </a:t>
            </a:r>
            <a:r>
              <a:rPr sz="1800" spc="110" dirty="0">
                <a:solidFill>
                  <a:srgbClr val="FFFFFF"/>
                </a:solidFill>
                <a:latin typeface="Tahoma"/>
                <a:cs typeface="Tahoma"/>
              </a:rPr>
              <a:t>Operators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69944" y="2244470"/>
            <a:ext cx="3371850" cy="3067050"/>
            <a:chOff x="5869944" y="2244470"/>
            <a:chExt cx="3371850" cy="3067050"/>
          </a:xfrm>
        </p:grpSpPr>
        <p:sp>
          <p:nvSpPr>
            <p:cNvPr id="6" name="object 6"/>
            <p:cNvSpPr/>
            <p:nvPr/>
          </p:nvSpPr>
          <p:spPr>
            <a:xfrm>
              <a:off x="5879469" y="2253995"/>
              <a:ext cx="3352800" cy="3048000"/>
            </a:xfrm>
            <a:custGeom>
              <a:avLst/>
              <a:gdLst/>
              <a:ahLst/>
              <a:cxnLst/>
              <a:rect l="l" t="t" r="r" b="b"/>
              <a:pathLst>
                <a:path w="3352800" h="3048000">
                  <a:moveTo>
                    <a:pt x="0" y="234695"/>
                  </a:moveTo>
                  <a:lnTo>
                    <a:pt x="0" y="3047999"/>
                  </a:lnTo>
                  <a:lnTo>
                    <a:pt x="3352799" y="3047999"/>
                  </a:lnTo>
                  <a:lnTo>
                    <a:pt x="3352799" y="234695"/>
                  </a:lnTo>
                  <a:lnTo>
                    <a:pt x="0" y="234695"/>
                  </a:lnTo>
                  <a:close/>
                </a:path>
                <a:path w="3352800" h="3048000">
                  <a:moveTo>
                    <a:pt x="0" y="0"/>
                  </a:moveTo>
                  <a:lnTo>
                    <a:pt x="0" y="999743"/>
                  </a:lnTo>
                  <a:lnTo>
                    <a:pt x="3352799" y="999743"/>
                  </a:lnTo>
                  <a:lnTo>
                    <a:pt x="3352799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636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08981" y="4375403"/>
              <a:ext cx="304800" cy="227329"/>
            </a:xfrm>
            <a:custGeom>
              <a:avLst/>
              <a:gdLst/>
              <a:ahLst/>
              <a:cxnLst/>
              <a:rect l="l" t="t" r="r" b="b"/>
              <a:pathLst>
                <a:path w="304800" h="227329">
                  <a:moveTo>
                    <a:pt x="0" y="227075"/>
                  </a:moveTo>
                  <a:lnTo>
                    <a:pt x="304799" y="227075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7075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56253" y="4373879"/>
              <a:ext cx="304800" cy="227329"/>
            </a:xfrm>
            <a:custGeom>
              <a:avLst/>
              <a:gdLst/>
              <a:ahLst/>
              <a:cxnLst/>
              <a:rect l="l" t="t" r="r" b="b"/>
              <a:pathLst>
                <a:path w="304800" h="227329">
                  <a:moveTo>
                    <a:pt x="0" y="227075"/>
                  </a:moveTo>
                  <a:lnTo>
                    <a:pt x="304799" y="227075"/>
                  </a:lnTo>
                  <a:lnTo>
                    <a:pt x="304799" y="0"/>
                  </a:lnTo>
                  <a:lnTo>
                    <a:pt x="0" y="0"/>
                  </a:lnTo>
                  <a:lnTo>
                    <a:pt x="0" y="227075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869944" y="2244470"/>
            <a:ext cx="3371850" cy="1019175"/>
          </a:xfrm>
          <a:prstGeom prst="rect">
            <a:avLst/>
          </a:prstGeom>
          <a:solidFill>
            <a:srgbClr val="563689"/>
          </a:solidFill>
        </p:spPr>
        <p:txBody>
          <a:bodyPr vert="horz" wrap="square" lIns="0" tIns="154305" rIns="0" bIns="0" rtlCol="0">
            <a:spAutoFit/>
          </a:bodyPr>
          <a:lstStyle/>
          <a:p>
            <a:pPr marL="1048385" marR="1169670" indent="325755">
              <a:lnSpc>
                <a:spcPct val="102800"/>
              </a:lnSpc>
              <a:spcBef>
                <a:spcPts val="1215"/>
              </a:spcBef>
            </a:pPr>
            <a:r>
              <a:rPr sz="1800" spc="110" dirty="0">
                <a:solidFill>
                  <a:srgbClr val="FFFFFF"/>
                </a:solidFill>
                <a:latin typeface="Tahoma"/>
                <a:cs typeface="Tahoma"/>
              </a:rPr>
              <a:t>Fixed Operators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19412" y="3320796"/>
            <a:ext cx="3060700" cy="1896110"/>
            <a:chOff x="6019412" y="3320796"/>
            <a:chExt cx="3060700" cy="18961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3018" y="3320796"/>
              <a:ext cx="1051560" cy="3200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3846" y="3777996"/>
              <a:ext cx="566927" cy="4815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9102" y="3320796"/>
              <a:ext cx="557783" cy="4861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47609" y="3344179"/>
              <a:ext cx="739542" cy="2906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1204" y="4616196"/>
              <a:ext cx="468025" cy="4678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1870" y="4235196"/>
              <a:ext cx="448055" cy="4221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9412" y="3719252"/>
              <a:ext cx="869211" cy="2094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02046" y="4182872"/>
              <a:ext cx="844609" cy="26263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36870" y="4844796"/>
              <a:ext cx="1143000" cy="2941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1870" y="4768596"/>
              <a:ext cx="1114044" cy="4480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36898" y="4258056"/>
              <a:ext cx="1342644" cy="28651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49646" y="4123944"/>
              <a:ext cx="1030224" cy="368808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580266" y="3320796"/>
            <a:ext cx="3382010" cy="1833880"/>
            <a:chOff x="1580266" y="3320796"/>
            <a:chExt cx="3382010" cy="1833880"/>
          </a:xfrm>
        </p:grpSpPr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3606" y="3320796"/>
              <a:ext cx="384047" cy="3840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31469" y="4768596"/>
              <a:ext cx="775716" cy="38557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31670" y="4387596"/>
              <a:ext cx="530351" cy="3807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09897" y="3402883"/>
              <a:ext cx="590949" cy="22211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26876" y="3486706"/>
              <a:ext cx="601583" cy="20637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74270" y="4311396"/>
              <a:ext cx="1388363" cy="3017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30858" y="3956304"/>
              <a:ext cx="134111" cy="609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30858" y="3959352"/>
              <a:ext cx="134111" cy="914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30858" y="3965448"/>
              <a:ext cx="134111" cy="1828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79042" y="3977640"/>
              <a:ext cx="185927" cy="2133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79042" y="3989832"/>
              <a:ext cx="185927" cy="152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79042" y="4002024"/>
              <a:ext cx="185927" cy="1219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79042" y="4008120"/>
              <a:ext cx="185927" cy="2438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79042" y="4020312"/>
              <a:ext cx="185927" cy="152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79042" y="4032504"/>
              <a:ext cx="182879" cy="152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79042" y="4038600"/>
              <a:ext cx="182879" cy="1219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79042" y="4047744"/>
              <a:ext cx="173736" cy="609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79042" y="4050792"/>
              <a:ext cx="182879" cy="1219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979042" y="4053840"/>
              <a:ext cx="182879" cy="1219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979042" y="4059936"/>
              <a:ext cx="185927" cy="4571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79042" y="4084320"/>
              <a:ext cx="185927" cy="4267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79042" y="4123944"/>
              <a:ext cx="134111" cy="3047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79042" y="4139184"/>
              <a:ext cx="134111" cy="2438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65682" y="4157472"/>
              <a:ext cx="374904" cy="365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765682" y="4191000"/>
              <a:ext cx="374904" cy="4571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793114" y="4233672"/>
              <a:ext cx="347472" cy="2133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765682" y="4256532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>
                  <a:moveTo>
                    <a:pt x="0" y="0"/>
                  </a:moveTo>
                  <a:lnTo>
                    <a:pt x="432815" y="0"/>
                  </a:lnTo>
                </a:path>
              </a:pathLst>
            </a:custGeom>
            <a:ln w="3175">
              <a:solidFill>
                <a:srgbClr val="FD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65682" y="4258818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>
                  <a:moveTo>
                    <a:pt x="0" y="0"/>
                  </a:moveTo>
                  <a:lnTo>
                    <a:pt x="432815" y="0"/>
                  </a:lnTo>
                </a:path>
              </a:pathLst>
            </a:custGeom>
            <a:ln w="3175">
              <a:solidFill>
                <a:srgbClr val="F6F7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300606" y="3777996"/>
              <a:ext cx="530351" cy="33761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88470" y="4844796"/>
              <a:ext cx="676655" cy="28346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33250" y="3825240"/>
              <a:ext cx="64008" cy="4571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763146" y="3869436"/>
              <a:ext cx="173990" cy="3175"/>
            </a:xfrm>
            <a:custGeom>
              <a:avLst/>
              <a:gdLst/>
              <a:ahLst/>
              <a:cxnLst/>
              <a:rect l="l" t="t" r="r" b="b"/>
              <a:pathLst>
                <a:path w="173989" h="3175">
                  <a:moveTo>
                    <a:pt x="0" y="0"/>
                  </a:moveTo>
                  <a:lnTo>
                    <a:pt x="27432" y="0"/>
                  </a:lnTo>
                </a:path>
                <a:path w="173989" h="3175">
                  <a:moveTo>
                    <a:pt x="109728" y="0"/>
                  </a:moveTo>
                  <a:lnTo>
                    <a:pt x="131063" y="0"/>
                  </a:lnTo>
                </a:path>
                <a:path w="173989" h="3175">
                  <a:moveTo>
                    <a:pt x="152400" y="0"/>
                  </a:moveTo>
                  <a:lnTo>
                    <a:pt x="173735" y="0"/>
                  </a:lnTo>
                </a:path>
                <a:path w="173989" h="3175">
                  <a:moveTo>
                    <a:pt x="0" y="3047"/>
                  </a:moveTo>
                  <a:lnTo>
                    <a:pt x="27432" y="3047"/>
                  </a:lnTo>
                </a:path>
                <a:path w="173989" h="3175">
                  <a:moveTo>
                    <a:pt x="109728" y="3047"/>
                  </a:moveTo>
                  <a:lnTo>
                    <a:pt x="131063" y="3047"/>
                  </a:lnTo>
                </a:path>
                <a:path w="173989" h="3175">
                  <a:moveTo>
                    <a:pt x="152400" y="3047"/>
                  </a:moveTo>
                  <a:lnTo>
                    <a:pt x="173735" y="3047"/>
                  </a:lnTo>
                </a:path>
              </a:pathLst>
            </a:custGeom>
            <a:ln w="3175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763146" y="3867912"/>
              <a:ext cx="246888" cy="13411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580266" y="4047744"/>
              <a:ext cx="600455" cy="2133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580266" y="4062984"/>
              <a:ext cx="600455" cy="914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580266" y="4069080"/>
              <a:ext cx="603503" cy="609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580266" y="4072128"/>
              <a:ext cx="603503" cy="609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580266" y="4075176"/>
              <a:ext cx="606552" cy="609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80266" y="4078224"/>
              <a:ext cx="606552" cy="18287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159386" y="4094988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0" y="0"/>
                  </a:moveTo>
                  <a:lnTo>
                    <a:pt x="6095" y="0"/>
                  </a:lnTo>
                </a:path>
                <a:path w="6350" h="3175">
                  <a:moveTo>
                    <a:pt x="0" y="3048"/>
                  </a:moveTo>
                  <a:lnTo>
                    <a:pt x="6095" y="3048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055754" y="4096512"/>
              <a:ext cx="27432" cy="914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159386" y="4101084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0" y="0"/>
                  </a:moveTo>
                  <a:lnTo>
                    <a:pt x="6095" y="0"/>
                  </a:lnTo>
                </a:path>
                <a:path w="6350" h="3175">
                  <a:moveTo>
                    <a:pt x="0" y="3048"/>
                  </a:moveTo>
                  <a:lnTo>
                    <a:pt x="6095" y="3048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898270" y="4631740"/>
              <a:ext cx="415431" cy="29016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338105" y="3969980"/>
              <a:ext cx="1125969" cy="159538"/>
            </a:xfrm>
            <a:prstGeom prst="rect">
              <a:avLst/>
            </a:prstGeom>
          </p:spPr>
        </p:pic>
      </p:grp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69" name="object 69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45" dirty="0"/>
              <a:t>THE</a:t>
            </a:r>
            <a:r>
              <a:rPr spc="-50" dirty="0"/>
              <a:t> </a:t>
            </a:r>
            <a:r>
              <a:rPr spc="250" dirty="0"/>
              <a:t>DYNAMIC</a:t>
            </a:r>
            <a:r>
              <a:rPr spc="-50" dirty="0"/>
              <a:t> </a:t>
            </a:r>
            <a:r>
              <a:rPr spc="195" dirty="0"/>
              <a:t>ENTERPRISE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23993" y="1511801"/>
            <a:ext cx="2298700" cy="2316480"/>
            <a:chOff x="7023993" y="1511801"/>
            <a:chExt cx="2298700" cy="2316480"/>
          </a:xfrm>
        </p:grpSpPr>
        <p:sp>
          <p:nvSpPr>
            <p:cNvPr id="4" name="object 4"/>
            <p:cNvSpPr/>
            <p:nvPr/>
          </p:nvSpPr>
          <p:spPr>
            <a:xfrm>
              <a:off x="7060569" y="1850136"/>
              <a:ext cx="2225040" cy="536575"/>
            </a:xfrm>
            <a:custGeom>
              <a:avLst/>
              <a:gdLst/>
              <a:ahLst/>
              <a:cxnLst/>
              <a:rect l="l" t="t" r="r" b="b"/>
              <a:pathLst>
                <a:path w="2225040" h="536575">
                  <a:moveTo>
                    <a:pt x="298704" y="0"/>
                  </a:moveTo>
                  <a:lnTo>
                    <a:pt x="1926336" y="0"/>
                  </a:lnTo>
                </a:path>
                <a:path w="2225040" h="536575">
                  <a:moveTo>
                    <a:pt x="243840" y="67055"/>
                  </a:moveTo>
                  <a:lnTo>
                    <a:pt x="1981200" y="67055"/>
                  </a:lnTo>
                </a:path>
                <a:path w="2225040" h="536575">
                  <a:moveTo>
                    <a:pt x="213360" y="103631"/>
                  </a:moveTo>
                  <a:lnTo>
                    <a:pt x="2011680" y="103631"/>
                  </a:lnTo>
                </a:path>
                <a:path w="2225040" h="536575">
                  <a:moveTo>
                    <a:pt x="195072" y="128016"/>
                  </a:moveTo>
                  <a:lnTo>
                    <a:pt x="2029967" y="128016"/>
                  </a:lnTo>
                </a:path>
                <a:path w="2225040" h="536575">
                  <a:moveTo>
                    <a:pt x="140208" y="207263"/>
                  </a:moveTo>
                  <a:lnTo>
                    <a:pt x="2084831" y="207263"/>
                  </a:lnTo>
                </a:path>
                <a:path w="2225040" h="536575">
                  <a:moveTo>
                    <a:pt x="121920" y="237744"/>
                  </a:moveTo>
                  <a:lnTo>
                    <a:pt x="2103120" y="237744"/>
                  </a:lnTo>
                </a:path>
                <a:path w="2225040" h="536575">
                  <a:moveTo>
                    <a:pt x="97536" y="280416"/>
                  </a:moveTo>
                  <a:lnTo>
                    <a:pt x="2127503" y="280416"/>
                  </a:lnTo>
                </a:path>
                <a:path w="2225040" h="536575">
                  <a:moveTo>
                    <a:pt x="91440" y="292607"/>
                  </a:moveTo>
                  <a:lnTo>
                    <a:pt x="2133600" y="292607"/>
                  </a:lnTo>
                </a:path>
                <a:path w="2225040" h="536575">
                  <a:moveTo>
                    <a:pt x="85344" y="304800"/>
                  </a:moveTo>
                  <a:lnTo>
                    <a:pt x="2139695" y="304800"/>
                  </a:lnTo>
                </a:path>
                <a:path w="2225040" h="536575">
                  <a:moveTo>
                    <a:pt x="79248" y="316992"/>
                  </a:moveTo>
                  <a:lnTo>
                    <a:pt x="2145792" y="316992"/>
                  </a:lnTo>
                </a:path>
                <a:path w="2225040" h="536575">
                  <a:moveTo>
                    <a:pt x="54864" y="371855"/>
                  </a:moveTo>
                  <a:lnTo>
                    <a:pt x="2170175" y="371855"/>
                  </a:lnTo>
                </a:path>
                <a:path w="2225040" h="536575">
                  <a:moveTo>
                    <a:pt x="42672" y="402336"/>
                  </a:moveTo>
                  <a:lnTo>
                    <a:pt x="2182367" y="402336"/>
                  </a:lnTo>
                </a:path>
                <a:path w="2225040" h="536575">
                  <a:moveTo>
                    <a:pt x="30480" y="432816"/>
                  </a:moveTo>
                  <a:lnTo>
                    <a:pt x="2194559" y="432816"/>
                  </a:lnTo>
                </a:path>
                <a:path w="2225040" h="536575">
                  <a:moveTo>
                    <a:pt x="24384" y="451103"/>
                  </a:moveTo>
                  <a:lnTo>
                    <a:pt x="2200656" y="451103"/>
                  </a:lnTo>
                </a:path>
                <a:path w="2225040" h="536575">
                  <a:moveTo>
                    <a:pt x="18288" y="469392"/>
                  </a:moveTo>
                  <a:lnTo>
                    <a:pt x="2206752" y="469392"/>
                  </a:lnTo>
                </a:path>
                <a:path w="2225040" h="536575">
                  <a:moveTo>
                    <a:pt x="12192" y="493775"/>
                  </a:moveTo>
                  <a:lnTo>
                    <a:pt x="2212847" y="493775"/>
                  </a:lnTo>
                </a:path>
                <a:path w="2225040" h="536575">
                  <a:moveTo>
                    <a:pt x="6096" y="512063"/>
                  </a:moveTo>
                  <a:lnTo>
                    <a:pt x="2218944" y="512063"/>
                  </a:lnTo>
                </a:path>
                <a:path w="2225040" h="536575">
                  <a:moveTo>
                    <a:pt x="0" y="536448"/>
                  </a:moveTo>
                  <a:lnTo>
                    <a:pt x="2225039" y="536448"/>
                  </a:lnTo>
                </a:path>
              </a:pathLst>
            </a:custGeom>
            <a:ln w="6095">
              <a:solidFill>
                <a:srgbClr val="FEBF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23993" y="1511801"/>
              <a:ext cx="2298192" cy="23164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42281" y="2862072"/>
              <a:ext cx="2261870" cy="603885"/>
            </a:xfrm>
            <a:custGeom>
              <a:avLst/>
              <a:gdLst/>
              <a:ahLst/>
              <a:cxnLst/>
              <a:rect l="l" t="t" r="r" b="b"/>
              <a:pathLst>
                <a:path w="2261870" h="603885">
                  <a:moveTo>
                    <a:pt x="0" y="0"/>
                  </a:moveTo>
                  <a:lnTo>
                    <a:pt x="2261616" y="0"/>
                  </a:lnTo>
                </a:path>
                <a:path w="2261870" h="603885">
                  <a:moveTo>
                    <a:pt x="0" y="6095"/>
                  </a:moveTo>
                  <a:lnTo>
                    <a:pt x="2261616" y="6095"/>
                  </a:lnTo>
                </a:path>
                <a:path w="2261870" h="603885">
                  <a:moveTo>
                    <a:pt x="6096" y="36575"/>
                  </a:moveTo>
                  <a:lnTo>
                    <a:pt x="2255519" y="36575"/>
                  </a:lnTo>
                </a:path>
                <a:path w="2261870" h="603885">
                  <a:moveTo>
                    <a:pt x="6096" y="42671"/>
                  </a:moveTo>
                  <a:lnTo>
                    <a:pt x="2255519" y="42671"/>
                  </a:lnTo>
                </a:path>
                <a:path w="2261870" h="603885">
                  <a:moveTo>
                    <a:pt x="12192" y="67056"/>
                  </a:moveTo>
                  <a:lnTo>
                    <a:pt x="2249424" y="67056"/>
                  </a:lnTo>
                </a:path>
                <a:path w="2261870" h="603885">
                  <a:moveTo>
                    <a:pt x="18287" y="91439"/>
                  </a:moveTo>
                  <a:lnTo>
                    <a:pt x="2243327" y="91439"/>
                  </a:lnTo>
                </a:path>
                <a:path w="2261870" h="603885">
                  <a:moveTo>
                    <a:pt x="24383" y="115824"/>
                  </a:moveTo>
                  <a:lnTo>
                    <a:pt x="2237232" y="115824"/>
                  </a:lnTo>
                </a:path>
                <a:path w="2261870" h="603885">
                  <a:moveTo>
                    <a:pt x="30479" y="134112"/>
                  </a:moveTo>
                  <a:lnTo>
                    <a:pt x="2231135" y="134112"/>
                  </a:lnTo>
                </a:path>
                <a:path w="2261870" h="603885">
                  <a:moveTo>
                    <a:pt x="30479" y="140208"/>
                  </a:moveTo>
                  <a:lnTo>
                    <a:pt x="2231135" y="140208"/>
                  </a:lnTo>
                </a:path>
                <a:path w="2261870" h="603885">
                  <a:moveTo>
                    <a:pt x="36575" y="158495"/>
                  </a:moveTo>
                  <a:lnTo>
                    <a:pt x="2225040" y="158495"/>
                  </a:lnTo>
                </a:path>
                <a:path w="2261870" h="603885">
                  <a:moveTo>
                    <a:pt x="42672" y="176784"/>
                  </a:moveTo>
                  <a:lnTo>
                    <a:pt x="2218944" y="176784"/>
                  </a:lnTo>
                </a:path>
                <a:path w="2261870" h="603885">
                  <a:moveTo>
                    <a:pt x="48768" y="195071"/>
                  </a:moveTo>
                  <a:lnTo>
                    <a:pt x="2212847" y="195071"/>
                  </a:lnTo>
                </a:path>
                <a:path w="2261870" h="603885">
                  <a:moveTo>
                    <a:pt x="54863" y="213360"/>
                  </a:moveTo>
                  <a:lnTo>
                    <a:pt x="2206752" y="213360"/>
                  </a:lnTo>
                </a:path>
                <a:path w="2261870" h="603885">
                  <a:moveTo>
                    <a:pt x="60959" y="225551"/>
                  </a:moveTo>
                  <a:lnTo>
                    <a:pt x="2200655" y="225551"/>
                  </a:lnTo>
                </a:path>
                <a:path w="2261870" h="603885">
                  <a:moveTo>
                    <a:pt x="67055" y="243839"/>
                  </a:moveTo>
                  <a:lnTo>
                    <a:pt x="2194560" y="243839"/>
                  </a:lnTo>
                </a:path>
                <a:path w="2261870" h="603885">
                  <a:moveTo>
                    <a:pt x="73151" y="256032"/>
                  </a:moveTo>
                  <a:lnTo>
                    <a:pt x="2188463" y="256032"/>
                  </a:lnTo>
                </a:path>
                <a:path w="2261870" h="603885">
                  <a:moveTo>
                    <a:pt x="85344" y="286512"/>
                  </a:moveTo>
                  <a:lnTo>
                    <a:pt x="2176271" y="286512"/>
                  </a:lnTo>
                </a:path>
                <a:path w="2261870" h="603885">
                  <a:moveTo>
                    <a:pt x="91439" y="298704"/>
                  </a:moveTo>
                  <a:lnTo>
                    <a:pt x="2170175" y="298704"/>
                  </a:lnTo>
                </a:path>
                <a:path w="2261870" h="603885">
                  <a:moveTo>
                    <a:pt x="97535" y="310895"/>
                  </a:moveTo>
                  <a:lnTo>
                    <a:pt x="2164080" y="310895"/>
                  </a:lnTo>
                </a:path>
                <a:path w="2261870" h="603885">
                  <a:moveTo>
                    <a:pt x="103631" y="323088"/>
                  </a:moveTo>
                  <a:lnTo>
                    <a:pt x="2157983" y="323088"/>
                  </a:lnTo>
                </a:path>
                <a:path w="2261870" h="603885">
                  <a:moveTo>
                    <a:pt x="109727" y="335280"/>
                  </a:moveTo>
                  <a:lnTo>
                    <a:pt x="2151888" y="335280"/>
                  </a:lnTo>
                </a:path>
                <a:path w="2261870" h="603885">
                  <a:moveTo>
                    <a:pt x="115824" y="347471"/>
                  </a:moveTo>
                  <a:lnTo>
                    <a:pt x="2145791" y="347471"/>
                  </a:lnTo>
                </a:path>
                <a:path w="2261870" h="603885">
                  <a:moveTo>
                    <a:pt x="121920" y="359663"/>
                  </a:moveTo>
                  <a:lnTo>
                    <a:pt x="2139696" y="359663"/>
                  </a:lnTo>
                </a:path>
                <a:path w="2261870" h="603885">
                  <a:moveTo>
                    <a:pt x="146303" y="402335"/>
                  </a:moveTo>
                  <a:lnTo>
                    <a:pt x="2115311" y="402335"/>
                  </a:lnTo>
                </a:path>
                <a:path w="2261870" h="603885">
                  <a:moveTo>
                    <a:pt x="164592" y="432815"/>
                  </a:moveTo>
                  <a:lnTo>
                    <a:pt x="2097024" y="432815"/>
                  </a:lnTo>
                </a:path>
                <a:path w="2261870" h="603885">
                  <a:moveTo>
                    <a:pt x="176783" y="451103"/>
                  </a:moveTo>
                  <a:lnTo>
                    <a:pt x="2084832" y="451103"/>
                  </a:lnTo>
                </a:path>
                <a:path w="2261870" h="603885">
                  <a:moveTo>
                    <a:pt x="225551" y="518159"/>
                  </a:moveTo>
                  <a:lnTo>
                    <a:pt x="2036063" y="518159"/>
                  </a:lnTo>
                </a:path>
                <a:path w="2261870" h="603885">
                  <a:moveTo>
                    <a:pt x="243839" y="542543"/>
                  </a:moveTo>
                  <a:lnTo>
                    <a:pt x="2017775" y="542543"/>
                  </a:lnTo>
                </a:path>
                <a:path w="2261870" h="603885">
                  <a:moveTo>
                    <a:pt x="298703" y="603503"/>
                  </a:moveTo>
                  <a:lnTo>
                    <a:pt x="1962911" y="603503"/>
                  </a:lnTo>
                </a:path>
              </a:pathLst>
            </a:custGeom>
            <a:ln w="6095">
              <a:solidFill>
                <a:srgbClr val="FEBF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71065" y="1511801"/>
            <a:ext cx="2292350" cy="2316480"/>
            <a:chOff x="4171065" y="1511801"/>
            <a:chExt cx="2292350" cy="2316480"/>
          </a:xfrm>
        </p:grpSpPr>
        <p:sp>
          <p:nvSpPr>
            <p:cNvPr id="8" name="object 8"/>
            <p:cNvSpPr/>
            <p:nvPr/>
          </p:nvSpPr>
          <p:spPr>
            <a:xfrm>
              <a:off x="4225929" y="1868424"/>
              <a:ext cx="2182495" cy="451484"/>
            </a:xfrm>
            <a:custGeom>
              <a:avLst/>
              <a:gdLst/>
              <a:ahLst/>
              <a:cxnLst/>
              <a:rect l="l" t="t" r="r" b="b"/>
              <a:pathLst>
                <a:path w="2182495" h="451485">
                  <a:moveTo>
                    <a:pt x="268224" y="0"/>
                  </a:moveTo>
                  <a:lnTo>
                    <a:pt x="1914144" y="0"/>
                  </a:lnTo>
                </a:path>
                <a:path w="2182495" h="451485">
                  <a:moveTo>
                    <a:pt x="176783" y="109728"/>
                  </a:moveTo>
                  <a:lnTo>
                    <a:pt x="2005583" y="109728"/>
                  </a:lnTo>
                </a:path>
                <a:path w="2182495" h="451485">
                  <a:moveTo>
                    <a:pt x="158495" y="134112"/>
                  </a:moveTo>
                  <a:lnTo>
                    <a:pt x="2023872" y="134112"/>
                  </a:lnTo>
                </a:path>
                <a:path w="2182495" h="451485">
                  <a:moveTo>
                    <a:pt x="109727" y="207263"/>
                  </a:moveTo>
                  <a:lnTo>
                    <a:pt x="2072639" y="207263"/>
                  </a:lnTo>
                </a:path>
                <a:path w="2182495" h="451485">
                  <a:moveTo>
                    <a:pt x="85343" y="249936"/>
                  </a:moveTo>
                  <a:lnTo>
                    <a:pt x="2097023" y="249936"/>
                  </a:lnTo>
                </a:path>
                <a:path w="2182495" h="451485">
                  <a:moveTo>
                    <a:pt x="79248" y="262128"/>
                  </a:moveTo>
                  <a:lnTo>
                    <a:pt x="2103120" y="262128"/>
                  </a:lnTo>
                </a:path>
                <a:path w="2182495" h="451485">
                  <a:moveTo>
                    <a:pt x="73151" y="274319"/>
                  </a:moveTo>
                  <a:lnTo>
                    <a:pt x="2109216" y="274319"/>
                  </a:lnTo>
                </a:path>
                <a:path w="2182495" h="451485">
                  <a:moveTo>
                    <a:pt x="67055" y="286512"/>
                  </a:moveTo>
                  <a:lnTo>
                    <a:pt x="2115311" y="286512"/>
                  </a:lnTo>
                </a:path>
                <a:path w="2182495" h="451485">
                  <a:moveTo>
                    <a:pt x="60960" y="298704"/>
                  </a:moveTo>
                  <a:lnTo>
                    <a:pt x="2121408" y="298704"/>
                  </a:lnTo>
                </a:path>
                <a:path w="2182495" h="451485">
                  <a:moveTo>
                    <a:pt x="54863" y="310896"/>
                  </a:moveTo>
                  <a:lnTo>
                    <a:pt x="2127503" y="310896"/>
                  </a:lnTo>
                </a:path>
                <a:path w="2182495" h="451485">
                  <a:moveTo>
                    <a:pt x="36575" y="353567"/>
                  </a:moveTo>
                  <a:lnTo>
                    <a:pt x="2145792" y="353567"/>
                  </a:lnTo>
                </a:path>
                <a:path w="2182495" h="451485">
                  <a:moveTo>
                    <a:pt x="24383" y="384048"/>
                  </a:moveTo>
                  <a:lnTo>
                    <a:pt x="2157983" y="384048"/>
                  </a:lnTo>
                </a:path>
                <a:path w="2182495" h="451485">
                  <a:moveTo>
                    <a:pt x="12191" y="414528"/>
                  </a:moveTo>
                  <a:lnTo>
                    <a:pt x="2170175" y="414528"/>
                  </a:lnTo>
                </a:path>
                <a:path w="2182495" h="451485">
                  <a:moveTo>
                    <a:pt x="6095" y="432815"/>
                  </a:moveTo>
                  <a:lnTo>
                    <a:pt x="2176272" y="432815"/>
                  </a:lnTo>
                </a:path>
                <a:path w="2182495" h="451485">
                  <a:moveTo>
                    <a:pt x="0" y="451104"/>
                  </a:moveTo>
                  <a:lnTo>
                    <a:pt x="2182367" y="451104"/>
                  </a:lnTo>
                </a:path>
              </a:pathLst>
            </a:custGeom>
            <a:ln w="6095">
              <a:solidFill>
                <a:srgbClr val="FE329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1065" y="1511801"/>
              <a:ext cx="2292095" cy="23164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77161" y="2788919"/>
              <a:ext cx="2280285" cy="591820"/>
            </a:xfrm>
            <a:custGeom>
              <a:avLst/>
              <a:gdLst/>
              <a:ahLst/>
              <a:cxnLst/>
              <a:rect l="l" t="t" r="r" b="b"/>
              <a:pathLst>
                <a:path w="2280285" h="591820">
                  <a:moveTo>
                    <a:pt x="0" y="0"/>
                  </a:moveTo>
                  <a:lnTo>
                    <a:pt x="2279904" y="0"/>
                  </a:lnTo>
                </a:path>
                <a:path w="2280285" h="591820">
                  <a:moveTo>
                    <a:pt x="54863" y="249936"/>
                  </a:moveTo>
                  <a:lnTo>
                    <a:pt x="2225040" y="249936"/>
                  </a:lnTo>
                </a:path>
                <a:path w="2280285" h="591820">
                  <a:moveTo>
                    <a:pt x="60960" y="268223"/>
                  </a:moveTo>
                  <a:lnTo>
                    <a:pt x="2218943" y="268223"/>
                  </a:lnTo>
                </a:path>
                <a:path w="2280285" h="591820">
                  <a:moveTo>
                    <a:pt x="67056" y="286512"/>
                  </a:moveTo>
                  <a:lnTo>
                    <a:pt x="2212848" y="286512"/>
                  </a:lnTo>
                </a:path>
                <a:path w="2280285" h="591820">
                  <a:moveTo>
                    <a:pt x="79248" y="316991"/>
                  </a:moveTo>
                  <a:lnTo>
                    <a:pt x="2200655" y="316991"/>
                  </a:lnTo>
                </a:path>
                <a:path w="2280285" h="591820">
                  <a:moveTo>
                    <a:pt x="97536" y="359663"/>
                  </a:moveTo>
                  <a:lnTo>
                    <a:pt x="2182368" y="359663"/>
                  </a:lnTo>
                </a:path>
                <a:path w="2280285" h="591820">
                  <a:moveTo>
                    <a:pt x="103632" y="371856"/>
                  </a:moveTo>
                  <a:lnTo>
                    <a:pt x="2176271" y="371856"/>
                  </a:lnTo>
                </a:path>
                <a:path w="2280285" h="591820">
                  <a:moveTo>
                    <a:pt x="128016" y="420623"/>
                  </a:moveTo>
                  <a:lnTo>
                    <a:pt x="2151888" y="420623"/>
                  </a:lnTo>
                </a:path>
                <a:path w="2280285" h="591820">
                  <a:moveTo>
                    <a:pt x="134112" y="432815"/>
                  </a:moveTo>
                  <a:lnTo>
                    <a:pt x="2145791" y="432815"/>
                  </a:lnTo>
                </a:path>
                <a:path w="2280285" h="591820">
                  <a:moveTo>
                    <a:pt x="201168" y="542544"/>
                  </a:moveTo>
                  <a:lnTo>
                    <a:pt x="2078735" y="542544"/>
                  </a:lnTo>
                </a:path>
                <a:path w="2280285" h="591820">
                  <a:moveTo>
                    <a:pt x="219456" y="566928"/>
                  </a:moveTo>
                  <a:lnTo>
                    <a:pt x="2060448" y="566928"/>
                  </a:lnTo>
                </a:path>
                <a:path w="2280285" h="591820">
                  <a:moveTo>
                    <a:pt x="237744" y="591312"/>
                  </a:moveTo>
                  <a:lnTo>
                    <a:pt x="2042160" y="591312"/>
                  </a:lnTo>
                </a:path>
              </a:pathLst>
            </a:custGeom>
            <a:ln w="6095">
              <a:solidFill>
                <a:srgbClr val="FE329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397383" y="1511801"/>
            <a:ext cx="2298700" cy="2316480"/>
            <a:chOff x="1397383" y="1511801"/>
            <a:chExt cx="2298700" cy="2316480"/>
          </a:xfrm>
        </p:grpSpPr>
        <p:sp>
          <p:nvSpPr>
            <p:cNvPr id="12" name="object 12"/>
            <p:cNvSpPr/>
            <p:nvPr/>
          </p:nvSpPr>
          <p:spPr>
            <a:xfrm>
              <a:off x="1513207" y="1917192"/>
              <a:ext cx="2066925" cy="250190"/>
            </a:xfrm>
            <a:custGeom>
              <a:avLst/>
              <a:gdLst/>
              <a:ahLst/>
              <a:cxnLst/>
              <a:rect l="l" t="t" r="r" b="b"/>
              <a:pathLst>
                <a:path w="2066925" h="250189">
                  <a:moveTo>
                    <a:pt x="164595" y="0"/>
                  </a:moveTo>
                  <a:lnTo>
                    <a:pt x="1901955" y="0"/>
                  </a:lnTo>
                </a:path>
                <a:path w="2066925" h="250189">
                  <a:moveTo>
                    <a:pt x="134115" y="36575"/>
                  </a:moveTo>
                  <a:lnTo>
                    <a:pt x="1932435" y="36575"/>
                  </a:lnTo>
                </a:path>
                <a:path w="2066925" h="250189">
                  <a:moveTo>
                    <a:pt x="115827" y="60960"/>
                  </a:moveTo>
                  <a:lnTo>
                    <a:pt x="1950722" y="60960"/>
                  </a:lnTo>
                </a:path>
                <a:path w="2066925" h="250189">
                  <a:moveTo>
                    <a:pt x="60963" y="140208"/>
                  </a:moveTo>
                  <a:lnTo>
                    <a:pt x="2005586" y="140208"/>
                  </a:lnTo>
                </a:path>
                <a:path w="2066925" h="250189">
                  <a:moveTo>
                    <a:pt x="42675" y="170687"/>
                  </a:moveTo>
                  <a:lnTo>
                    <a:pt x="2023875" y="170687"/>
                  </a:lnTo>
                </a:path>
                <a:path w="2066925" h="250189">
                  <a:moveTo>
                    <a:pt x="18291" y="213360"/>
                  </a:moveTo>
                  <a:lnTo>
                    <a:pt x="2048259" y="213360"/>
                  </a:lnTo>
                </a:path>
                <a:path w="2066925" h="250189">
                  <a:moveTo>
                    <a:pt x="12195" y="225551"/>
                  </a:moveTo>
                  <a:lnTo>
                    <a:pt x="2054355" y="225551"/>
                  </a:lnTo>
                </a:path>
                <a:path w="2066925" h="250189">
                  <a:moveTo>
                    <a:pt x="6095" y="237743"/>
                  </a:moveTo>
                  <a:lnTo>
                    <a:pt x="2060447" y="237743"/>
                  </a:lnTo>
                </a:path>
                <a:path w="2066925" h="250189">
                  <a:moveTo>
                    <a:pt x="0" y="249936"/>
                  </a:moveTo>
                  <a:lnTo>
                    <a:pt x="2066544" y="249936"/>
                  </a:lnTo>
                </a:path>
              </a:pathLst>
            </a:custGeom>
            <a:ln w="6095">
              <a:solidFill>
                <a:srgbClr val="00A6C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383" y="1511801"/>
              <a:ext cx="2298192" cy="23164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15671" y="2868168"/>
              <a:ext cx="2261870" cy="597535"/>
            </a:xfrm>
            <a:custGeom>
              <a:avLst/>
              <a:gdLst/>
              <a:ahLst/>
              <a:cxnLst/>
              <a:rect l="l" t="t" r="r" b="b"/>
              <a:pathLst>
                <a:path w="2261870" h="597535">
                  <a:moveTo>
                    <a:pt x="0" y="0"/>
                  </a:moveTo>
                  <a:lnTo>
                    <a:pt x="2261616" y="0"/>
                  </a:lnTo>
                </a:path>
                <a:path w="2261870" h="597535">
                  <a:moveTo>
                    <a:pt x="6096" y="30480"/>
                  </a:moveTo>
                  <a:lnTo>
                    <a:pt x="2255519" y="30480"/>
                  </a:lnTo>
                </a:path>
                <a:path w="2261870" h="597535">
                  <a:moveTo>
                    <a:pt x="6096" y="36575"/>
                  </a:moveTo>
                  <a:lnTo>
                    <a:pt x="2255519" y="36575"/>
                  </a:lnTo>
                </a:path>
                <a:path w="2261870" h="597535">
                  <a:moveTo>
                    <a:pt x="12192" y="60960"/>
                  </a:moveTo>
                  <a:lnTo>
                    <a:pt x="2249424" y="60960"/>
                  </a:lnTo>
                </a:path>
                <a:path w="2261870" h="597535">
                  <a:moveTo>
                    <a:pt x="91440" y="292608"/>
                  </a:moveTo>
                  <a:lnTo>
                    <a:pt x="2170175" y="292608"/>
                  </a:lnTo>
                </a:path>
                <a:path w="2261870" h="597535">
                  <a:moveTo>
                    <a:pt x="97536" y="304800"/>
                  </a:moveTo>
                  <a:lnTo>
                    <a:pt x="2164080" y="304800"/>
                  </a:lnTo>
                </a:path>
                <a:path w="2261870" h="597535">
                  <a:moveTo>
                    <a:pt x="103631" y="316991"/>
                  </a:moveTo>
                  <a:lnTo>
                    <a:pt x="2157983" y="316991"/>
                  </a:lnTo>
                </a:path>
                <a:path w="2261870" h="597535">
                  <a:moveTo>
                    <a:pt x="109731" y="329184"/>
                  </a:moveTo>
                  <a:lnTo>
                    <a:pt x="2151891" y="329184"/>
                  </a:lnTo>
                </a:path>
                <a:path w="2261870" h="597535">
                  <a:moveTo>
                    <a:pt x="115827" y="341375"/>
                  </a:moveTo>
                  <a:lnTo>
                    <a:pt x="2145795" y="341375"/>
                  </a:lnTo>
                </a:path>
                <a:path w="2261870" h="597535">
                  <a:moveTo>
                    <a:pt x="121923" y="353567"/>
                  </a:moveTo>
                  <a:lnTo>
                    <a:pt x="2139699" y="353567"/>
                  </a:lnTo>
                </a:path>
                <a:path w="2261870" h="597535">
                  <a:moveTo>
                    <a:pt x="146307" y="396239"/>
                  </a:moveTo>
                  <a:lnTo>
                    <a:pt x="2115314" y="396239"/>
                  </a:lnTo>
                </a:path>
                <a:path w="2261870" h="597535">
                  <a:moveTo>
                    <a:pt x="164595" y="426720"/>
                  </a:moveTo>
                  <a:lnTo>
                    <a:pt x="2097027" y="426720"/>
                  </a:lnTo>
                </a:path>
                <a:path w="2261870" h="597535">
                  <a:moveTo>
                    <a:pt x="176787" y="445008"/>
                  </a:moveTo>
                  <a:lnTo>
                    <a:pt x="2084835" y="445008"/>
                  </a:lnTo>
                </a:path>
                <a:path w="2261870" h="597535">
                  <a:moveTo>
                    <a:pt x="225555" y="512063"/>
                  </a:moveTo>
                  <a:lnTo>
                    <a:pt x="2036067" y="512063"/>
                  </a:lnTo>
                </a:path>
                <a:path w="2261870" h="597535">
                  <a:moveTo>
                    <a:pt x="243843" y="536448"/>
                  </a:moveTo>
                  <a:lnTo>
                    <a:pt x="2017778" y="536448"/>
                  </a:lnTo>
                </a:path>
                <a:path w="2261870" h="597535">
                  <a:moveTo>
                    <a:pt x="298707" y="597408"/>
                  </a:moveTo>
                  <a:lnTo>
                    <a:pt x="1962914" y="597408"/>
                  </a:lnTo>
                </a:path>
              </a:pathLst>
            </a:custGeom>
            <a:ln w="6095">
              <a:solidFill>
                <a:srgbClr val="00A6C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83167" y="4088382"/>
            <a:ext cx="2578100" cy="194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0">
              <a:lnSpc>
                <a:spcPct val="100000"/>
              </a:lnSpc>
              <a:spcBef>
                <a:spcPts val="100"/>
              </a:spcBef>
            </a:pPr>
            <a:r>
              <a:rPr sz="1400" spc="100" dirty="0">
                <a:latin typeface="Tahoma"/>
                <a:cs typeface="Tahoma"/>
              </a:rPr>
              <a:t>ENABLE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110" dirty="0">
                <a:latin typeface="Tahoma"/>
                <a:cs typeface="Tahoma"/>
              </a:rPr>
              <a:t>DYNAMIC </a:t>
            </a:r>
            <a:r>
              <a:rPr sz="1400" spc="95" dirty="0">
                <a:latin typeface="Tahoma"/>
                <a:cs typeface="Tahoma"/>
              </a:rPr>
              <a:t>CUSTOMER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85" dirty="0">
                <a:latin typeface="Tahoma"/>
                <a:cs typeface="Tahoma"/>
              </a:rPr>
              <a:t>ENGAGEMENT</a:t>
            </a:r>
            <a:endParaRPr sz="1400">
              <a:latin typeface="Tahoma"/>
              <a:cs typeface="Tahoma"/>
            </a:endParaRPr>
          </a:p>
          <a:p>
            <a:pPr marL="12700" marR="196215" indent="-7620">
              <a:lnSpc>
                <a:spcPts val="1680"/>
              </a:lnSpc>
              <a:spcBef>
                <a:spcPts val="45"/>
              </a:spcBef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	Interactive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Voice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Response</a:t>
            </a:r>
            <a:r>
              <a:rPr sz="1400" spc="-50" dirty="0">
                <a:latin typeface="Tahoma"/>
                <a:cs typeface="Tahoma"/>
              </a:rPr>
              <a:t> &amp; </a:t>
            </a:r>
            <a:r>
              <a:rPr sz="1400" dirty="0">
                <a:latin typeface="Tahoma"/>
                <a:cs typeface="Tahoma"/>
              </a:rPr>
              <a:t>voice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portals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ts val="1610"/>
              </a:lnSpc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eServices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&amp;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social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engagement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Intelligent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workload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distribution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ts val="1675"/>
              </a:lnSpc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Workforce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optimization</a:t>
            </a:r>
            <a:endParaRPr sz="1400">
              <a:latin typeface="Tahoma"/>
              <a:cs typeface="Tahoma"/>
            </a:endParaRPr>
          </a:p>
          <a:p>
            <a:pPr marL="12700" marR="583565" indent="-8255">
              <a:lnSpc>
                <a:spcPts val="1680"/>
              </a:lnSpc>
              <a:spcBef>
                <a:spcPts val="50"/>
              </a:spcBef>
              <a:buClr>
                <a:srgbClr val="684FA1"/>
              </a:buClr>
              <a:buSzPct val="92857"/>
              <a:buFont typeface="Arial"/>
              <a:buChar char="•"/>
              <a:tabLst>
                <a:tab pos="74295" algn="l"/>
              </a:tabLst>
            </a:pPr>
            <a:r>
              <a:rPr sz="1400" dirty="0">
                <a:latin typeface="Tahoma"/>
                <a:cs typeface="Tahoma"/>
              </a:rPr>
              <a:t>	Analytics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&amp;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performance management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19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225428" y="4088382"/>
            <a:ext cx="2337435" cy="172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80" dirty="0">
                <a:latin typeface="Tahoma"/>
                <a:cs typeface="Tahoma"/>
              </a:rPr>
              <a:t>FOSTER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90" dirty="0">
                <a:latin typeface="Tahoma"/>
                <a:cs typeface="Tahoma"/>
              </a:rPr>
              <a:t>COLLABORATION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75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dirty="0">
                <a:latin typeface="Tahoma"/>
                <a:cs typeface="Tahoma"/>
              </a:rPr>
              <a:t>Collaboration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applications</a:t>
            </a:r>
            <a:endParaRPr sz="1400">
              <a:latin typeface="Tahoma"/>
              <a:cs typeface="Tahoma"/>
            </a:endParaRPr>
          </a:p>
          <a:p>
            <a:pPr marL="128270" marR="695325" indent="-116205">
              <a:lnSpc>
                <a:spcPts val="1680"/>
              </a:lnSpc>
              <a:spcBef>
                <a:spcPts val="50"/>
              </a:spcBef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Voice,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web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&amp;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video 	</a:t>
            </a:r>
            <a:r>
              <a:rPr sz="1400" spc="-10" dirty="0">
                <a:latin typeface="Tahoma"/>
                <a:cs typeface="Tahoma"/>
              </a:rPr>
              <a:t>conferencing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10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spc="-10" dirty="0">
                <a:latin typeface="Tahoma"/>
                <a:cs typeface="Tahoma"/>
              </a:rPr>
              <a:t>Mobility</a:t>
            </a:r>
            <a:endParaRPr sz="1400">
              <a:latin typeface="Tahoma"/>
              <a:cs typeface="Tahoma"/>
            </a:endParaRPr>
          </a:p>
          <a:p>
            <a:pPr marL="128270" marR="419734" indent="-116205">
              <a:lnSpc>
                <a:spcPct val="100000"/>
              </a:lnSpc>
              <a:buClr>
                <a:srgbClr val="684FA1"/>
              </a:buClr>
              <a:buFont typeface="Arial"/>
              <a:buChar char="•"/>
              <a:tabLst>
                <a:tab pos="129539" algn="l"/>
              </a:tabLst>
            </a:pPr>
            <a:r>
              <a:rPr sz="1400" dirty="0">
                <a:latin typeface="Tahoma"/>
                <a:cs typeface="Tahoma"/>
              </a:rPr>
              <a:t>Desktop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phones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&amp;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end 	</a:t>
            </a:r>
            <a:r>
              <a:rPr sz="1400" spc="-10" dirty="0">
                <a:latin typeface="Tahoma"/>
                <a:cs typeface="Tahoma"/>
              </a:rPr>
              <a:t>points</a:t>
            </a:r>
            <a:endParaRPr sz="1400">
              <a:latin typeface="Tahoma"/>
              <a:cs typeface="Tahoma"/>
            </a:endParaRPr>
          </a:p>
          <a:p>
            <a:pPr marL="128905" indent="-116205">
              <a:lnSpc>
                <a:spcPts val="1670"/>
              </a:lnSpc>
              <a:buClr>
                <a:srgbClr val="684FA1"/>
              </a:buClr>
              <a:buFont typeface="Arial"/>
              <a:buChar char="•"/>
              <a:tabLst>
                <a:tab pos="128905" algn="l"/>
              </a:tabLst>
            </a:pPr>
            <a:r>
              <a:rPr sz="1400" dirty="0">
                <a:latin typeface="Tahoma"/>
                <a:cs typeface="Tahoma"/>
              </a:rPr>
              <a:t>Communications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platforms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96642" y="4088382"/>
            <a:ext cx="2166620" cy="1303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110" dirty="0">
                <a:latin typeface="Tahoma"/>
                <a:cs typeface="Tahoma"/>
              </a:rPr>
              <a:t>PROVIDE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00" dirty="0">
                <a:latin typeface="Tahoma"/>
                <a:cs typeface="Tahoma"/>
              </a:rPr>
              <a:t>APPLICATION </a:t>
            </a:r>
            <a:r>
              <a:rPr sz="1400" spc="85" dirty="0">
                <a:latin typeface="Tahoma"/>
                <a:cs typeface="Tahoma"/>
              </a:rPr>
              <a:t>FLUENT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95" dirty="0">
                <a:latin typeface="Tahoma"/>
                <a:cs typeface="Tahoma"/>
              </a:rPr>
              <a:t>NETWORK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ts val="1670"/>
              </a:lnSpc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spc="-10" dirty="0">
                <a:latin typeface="Tahoma"/>
                <a:cs typeface="Tahoma"/>
              </a:rPr>
              <a:t>Service-</a:t>
            </a:r>
            <a:r>
              <a:rPr sz="1400" dirty="0">
                <a:latin typeface="Tahoma"/>
                <a:cs typeface="Tahoma"/>
              </a:rPr>
              <a:t>aware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networks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ts val="1675"/>
              </a:lnSpc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Converged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networks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ts val="1675"/>
              </a:lnSpc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Data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centers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Clr>
                <a:srgbClr val="684FA1"/>
              </a:buClr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Managed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access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services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80" dirty="0"/>
              <a:t>STRATEGIC</a:t>
            </a:r>
            <a:r>
              <a:rPr spc="-35" dirty="0"/>
              <a:t> </a:t>
            </a:r>
            <a:r>
              <a:rPr spc="204" dirty="0"/>
              <a:t>INDUSTRIES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3792" y="1160779"/>
            <a:ext cx="80721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Delivering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critical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national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infrastructure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helping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improve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quality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life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through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better </a:t>
            </a:r>
            <a:r>
              <a:rPr sz="1600" dirty="0">
                <a:latin typeface="Tahoma"/>
                <a:cs typeface="Tahoma"/>
              </a:rPr>
              <a:t>energy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management,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more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efficient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transportation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improved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government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services.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2288" y="3593082"/>
            <a:ext cx="1953895" cy="265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100"/>
              </a:spcBef>
              <a:buClr>
                <a:srgbClr val="684FA1"/>
              </a:buClr>
              <a:buFont typeface="Wingdings"/>
              <a:buChar char=""/>
              <a:tabLst>
                <a:tab pos="247015" algn="l"/>
              </a:tabLst>
            </a:pPr>
            <a:r>
              <a:rPr sz="1400" spc="90" dirty="0">
                <a:latin typeface="Tahoma"/>
                <a:cs typeface="Tahoma"/>
              </a:rPr>
              <a:t>TRANSPORTATION</a:t>
            </a:r>
            <a:endParaRPr sz="1400">
              <a:latin typeface="Tahoma"/>
              <a:cs typeface="Tahoma"/>
            </a:endParaRPr>
          </a:p>
          <a:p>
            <a:pPr marL="247015" marR="944880">
              <a:lnSpc>
                <a:spcPct val="99600"/>
              </a:lnSpc>
              <a:spcBef>
                <a:spcPts val="10"/>
              </a:spcBef>
            </a:pPr>
            <a:r>
              <a:rPr sz="1400" spc="-10" dirty="0">
                <a:latin typeface="Tahoma"/>
                <a:cs typeface="Tahoma"/>
              </a:rPr>
              <a:t>Railways Highways Airports</a:t>
            </a:r>
            <a:endParaRPr sz="1400">
              <a:latin typeface="Tahoma"/>
              <a:cs typeface="Tahoma"/>
            </a:endParaRPr>
          </a:p>
          <a:p>
            <a:pPr marL="247015" indent="-234315">
              <a:lnSpc>
                <a:spcPct val="100000"/>
              </a:lnSpc>
              <a:spcBef>
                <a:spcPts val="285"/>
              </a:spcBef>
              <a:buClr>
                <a:srgbClr val="684FA1"/>
              </a:buClr>
              <a:buFont typeface="Wingdings"/>
              <a:buChar char=""/>
              <a:tabLst>
                <a:tab pos="247015" algn="l"/>
              </a:tabLst>
            </a:pPr>
            <a:r>
              <a:rPr sz="1400" spc="90" dirty="0">
                <a:latin typeface="Tahoma"/>
                <a:cs typeface="Tahoma"/>
              </a:rPr>
              <a:t>ENERGY</a:t>
            </a:r>
            <a:endParaRPr sz="1400">
              <a:latin typeface="Tahoma"/>
              <a:cs typeface="Tahoma"/>
            </a:endParaRPr>
          </a:p>
          <a:p>
            <a:pPr marL="247015" marR="1124585">
              <a:lnSpc>
                <a:spcPct val="100000"/>
              </a:lnSpc>
            </a:pPr>
            <a:r>
              <a:rPr sz="1400" spc="-10" dirty="0">
                <a:latin typeface="Tahoma"/>
                <a:cs typeface="Tahoma"/>
              </a:rPr>
              <a:t>Utilities </a:t>
            </a:r>
            <a:r>
              <a:rPr sz="1400" spc="-25" dirty="0">
                <a:latin typeface="Tahoma"/>
                <a:cs typeface="Tahoma"/>
              </a:rPr>
              <a:t>Oil</a:t>
            </a:r>
            <a:endParaRPr sz="1400">
              <a:latin typeface="Tahoma"/>
              <a:cs typeface="Tahoma"/>
            </a:endParaRPr>
          </a:p>
          <a:p>
            <a:pPr marL="247015">
              <a:lnSpc>
                <a:spcPts val="1670"/>
              </a:lnSpc>
            </a:pPr>
            <a:r>
              <a:rPr sz="1400" spc="-25" dirty="0">
                <a:latin typeface="Tahoma"/>
                <a:cs typeface="Tahoma"/>
              </a:rPr>
              <a:t>Gas</a:t>
            </a:r>
            <a:endParaRPr sz="1400">
              <a:latin typeface="Tahoma"/>
              <a:cs typeface="Tahoma"/>
            </a:endParaRPr>
          </a:p>
          <a:p>
            <a:pPr marL="247015" indent="-234315">
              <a:lnSpc>
                <a:spcPts val="1675"/>
              </a:lnSpc>
              <a:spcBef>
                <a:spcPts val="300"/>
              </a:spcBef>
              <a:buClr>
                <a:srgbClr val="684FA1"/>
              </a:buClr>
              <a:buFont typeface="Wingdings"/>
              <a:buChar char=""/>
              <a:tabLst>
                <a:tab pos="247015" algn="l"/>
              </a:tabLst>
            </a:pPr>
            <a:r>
              <a:rPr sz="1400" spc="120" dirty="0">
                <a:latin typeface="Tahoma"/>
                <a:cs typeface="Tahoma"/>
              </a:rPr>
              <a:t>PUBLIC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75" dirty="0">
                <a:latin typeface="Tahoma"/>
                <a:cs typeface="Tahoma"/>
              </a:rPr>
              <a:t>SECTOR</a:t>
            </a:r>
            <a:endParaRPr sz="1400">
              <a:latin typeface="Tahoma"/>
              <a:cs typeface="Tahoma"/>
            </a:endParaRPr>
          </a:p>
          <a:p>
            <a:pPr marL="247015" marR="641985">
              <a:lnSpc>
                <a:spcPts val="1680"/>
              </a:lnSpc>
              <a:spcBef>
                <a:spcPts val="50"/>
              </a:spcBef>
            </a:pPr>
            <a:r>
              <a:rPr sz="1400" spc="-10" dirty="0">
                <a:latin typeface="Tahoma"/>
                <a:cs typeface="Tahoma"/>
              </a:rPr>
              <a:t>Defense </a:t>
            </a:r>
            <a:r>
              <a:rPr sz="1400" dirty="0">
                <a:latin typeface="Tahoma"/>
                <a:cs typeface="Tahoma"/>
              </a:rPr>
              <a:t>Public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Safety eGovernment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3404" y="3593082"/>
            <a:ext cx="2222500" cy="2306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1400" spc="-10" dirty="0">
                <a:latin typeface="Tahoma"/>
                <a:cs typeface="Tahoma"/>
              </a:rPr>
              <a:t>End-to-</a:t>
            </a:r>
            <a:r>
              <a:rPr sz="1400" dirty="0">
                <a:latin typeface="Tahoma"/>
                <a:cs typeface="Tahoma"/>
              </a:rPr>
              <a:t>end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communications </a:t>
            </a:r>
            <a:r>
              <a:rPr sz="1400" dirty="0">
                <a:latin typeface="Tahoma"/>
                <a:cs typeface="Tahoma"/>
              </a:rPr>
              <a:t>systems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integration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from </a:t>
            </a:r>
            <a:r>
              <a:rPr sz="1400" dirty="0">
                <a:latin typeface="Tahoma"/>
                <a:cs typeface="Tahoma"/>
              </a:rPr>
              <a:t>initial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design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complete </a:t>
            </a:r>
            <a:r>
              <a:rPr sz="1400" dirty="0">
                <a:latin typeface="Tahoma"/>
                <a:cs typeface="Tahoma"/>
              </a:rPr>
              <a:t>operation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network.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dirty="0">
                <a:latin typeface="Tahoma"/>
                <a:cs typeface="Tahoma"/>
              </a:rPr>
              <a:t>We </a:t>
            </a:r>
            <a:r>
              <a:rPr sz="1400" spc="-10" dirty="0">
                <a:latin typeface="Tahoma"/>
                <a:cs typeface="Tahoma"/>
              </a:rPr>
              <a:t>integrate:</a:t>
            </a:r>
            <a:endParaRPr sz="1400" dirty="0">
              <a:latin typeface="Tahoma"/>
              <a:cs typeface="Tahoma"/>
            </a:endParaRPr>
          </a:p>
          <a:p>
            <a:pPr marL="297815" marR="100330" indent="-171450">
              <a:lnSpc>
                <a:spcPct val="100000"/>
              </a:lnSpc>
              <a:spcBef>
                <a:spcPts val="300"/>
              </a:spcBef>
              <a:buClr>
                <a:srgbClr val="684FA1"/>
              </a:buClr>
              <a:buFont typeface="Wingdings"/>
              <a:buChar char=""/>
              <a:tabLst>
                <a:tab pos="299085" algn="l"/>
              </a:tabLst>
            </a:pPr>
            <a:r>
              <a:rPr lang="en-GB" sz="1400" spc="-10" dirty="0">
                <a:latin typeface="Tahoma"/>
                <a:cs typeface="Tahoma"/>
              </a:rPr>
              <a:t>Alpaca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network 	</a:t>
            </a:r>
            <a:r>
              <a:rPr sz="1400" dirty="0">
                <a:latin typeface="Tahoma"/>
                <a:cs typeface="Tahoma"/>
              </a:rPr>
              <a:t>hardware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software</a:t>
            </a:r>
            <a:endParaRPr sz="1400" dirty="0">
              <a:latin typeface="Tahoma"/>
              <a:cs typeface="Tahoma"/>
            </a:endParaRPr>
          </a:p>
          <a:p>
            <a:pPr marL="297815" indent="-171450">
              <a:lnSpc>
                <a:spcPct val="100000"/>
              </a:lnSpc>
              <a:spcBef>
                <a:spcPts val="285"/>
              </a:spcBef>
              <a:buClr>
                <a:srgbClr val="684FA1"/>
              </a:buClr>
              <a:buFont typeface="Wingdings"/>
              <a:buChar char=""/>
              <a:tabLst>
                <a:tab pos="297815" algn="l"/>
              </a:tabLst>
            </a:pPr>
            <a:r>
              <a:rPr sz="1400" dirty="0">
                <a:latin typeface="Tahoma"/>
                <a:cs typeface="Tahoma"/>
              </a:rPr>
              <a:t>Third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party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products</a:t>
            </a:r>
            <a:endParaRPr sz="1400" dirty="0">
              <a:latin typeface="Tahoma"/>
              <a:cs typeface="Tahoma"/>
            </a:endParaRPr>
          </a:p>
          <a:p>
            <a:pPr marL="297815" marR="809625" indent="-171450">
              <a:lnSpc>
                <a:spcPts val="1670"/>
              </a:lnSpc>
              <a:spcBef>
                <a:spcPts val="365"/>
              </a:spcBef>
              <a:buClr>
                <a:srgbClr val="684FA1"/>
              </a:buClr>
              <a:buFont typeface="Wingdings"/>
              <a:buChar char=""/>
              <a:tabLst>
                <a:tab pos="299085" algn="l"/>
              </a:tabLst>
            </a:pPr>
            <a:r>
              <a:rPr lang="en-GB" sz="1400" spc="-10" dirty="0">
                <a:latin typeface="Tahoma"/>
                <a:cs typeface="Tahoma"/>
              </a:rPr>
              <a:t>Alpaca</a:t>
            </a:r>
            <a:r>
              <a:rPr sz="1400" spc="-10" dirty="0">
                <a:latin typeface="Tahoma"/>
                <a:cs typeface="Tahoma"/>
              </a:rPr>
              <a:t> 	applications.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9856" y="3593082"/>
            <a:ext cx="2275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20" dirty="0">
                <a:latin typeface="Tahoma"/>
                <a:cs typeface="Tahoma"/>
              </a:rPr>
              <a:t>2010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85" dirty="0">
                <a:latin typeface="Tahoma"/>
                <a:cs typeface="Tahoma"/>
              </a:rPr>
              <a:t>ORDERS:</a:t>
            </a:r>
            <a:r>
              <a:rPr sz="1400" spc="50" dirty="0"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F3F3F"/>
                </a:solidFill>
                <a:latin typeface="Tahoma"/>
                <a:cs typeface="Tahoma"/>
              </a:rPr>
              <a:t>€</a:t>
            </a:r>
            <a:r>
              <a:rPr sz="1400" dirty="0">
                <a:latin typeface="Tahoma"/>
                <a:cs typeface="Tahoma"/>
              </a:rPr>
              <a:t>1.2</a:t>
            </a:r>
            <a:r>
              <a:rPr sz="1400" spc="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billion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105" dirty="0">
                <a:latin typeface="Tahoma"/>
                <a:cs typeface="Tahoma"/>
              </a:rPr>
              <a:t>GROWTH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145" dirty="0">
                <a:latin typeface="Tahoma"/>
                <a:cs typeface="Tahoma"/>
              </a:rPr>
              <a:t>IN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90" dirty="0">
                <a:latin typeface="Tahoma"/>
                <a:cs typeface="Tahoma"/>
              </a:rPr>
              <a:t>2010: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12%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19856" y="4231638"/>
            <a:ext cx="2213610" cy="1941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10"/>
              </a:spcBef>
            </a:pPr>
            <a:r>
              <a:rPr sz="1400" dirty="0">
                <a:latin typeface="Tahoma"/>
                <a:cs typeface="Tahoma"/>
              </a:rPr>
              <a:t>We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leverage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stimulus </a:t>
            </a:r>
            <a:r>
              <a:rPr sz="1400" dirty="0">
                <a:latin typeface="Tahoma"/>
                <a:cs typeface="Tahoma"/>
              </a:rPr>
              <a:t>programs,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government </a:t>
            </a:r>
            <a:r>
              <a:rPr sz="1400" dirty="0">
                <a:latin typeface="Tahoma"/>
                <a:cs typeface="Tahoma"/>
              </a:rPr>
              <a:t>development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funds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and </a:t>
            </a:r>
            <a:r>
              <a:rPr sz="1400" dirty="0">
                <a:latin typeface="Tahoma"/>
                <a:cs typeface="Tahoma"/>
              </a:rPr>
              <a:t>private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public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partnerships </a:t>
            </a:r>
            <a:r>
              <a:rPr sz="1400" dirty="0">
                <a:latin typeface="Tahoma"/>
                <a:cs typeface="Tahoma"/>
              </a:rPr>
              <a:t>aimed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helping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both </a:t>
            </a:r>
            <a:r>
              <a:rPr sz="1400" dirty="0">
                <a:latin typeface="Tahoma"/>
                <a:cs typeface="Tahoma"/>
              </a:rPr>
              <a:t>developed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developing </a:t>
            </a:r>
            <a:r>
              <a:rPr sz="1400" dirty="0">
                <a:latin typeface="Tahoma"/>
                <a:cs typeface="Tahoma"/>
              </a:rPr>
              <a:t>countries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improve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quality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of </a:t>
            </a:r>
            <a:r>
              <a:rPr sz="1400" dirty="0">
                <a:latin typeface="Tahoma"/>
                <a:cs typeface="Tahoma"/>
              </a:rPr>
              <a:t>life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drive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economic development.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31273" y="2188463"/>
            <a:ext cx="2593975" cy="1155700"/>
            <a:chOff x="1231273" y="2188463"/>
            <a:chExt cx="2593975" cy="1155700"/>
          </a:xfrm>
        </p:grpSpPr>
        <p:sp>
          <p:nvSpPr>
            <p:cNvPr id="9" name="object 9"/>
            <p:cNvSpPr/>
            <p:nvPr/>
          </p:nvSpPr>
          <p:spPr>
            <a:xfrm>
              <a:off x="1231273" y="2188463"/>
              <a:ext cx="2567940" cy="13970"/>
            </a:xfrm>
            <a:custGeom>
              <a:avLst/>
              <a:gdLst/>
              <a:ahLst/>
              <a:cxnLst/>
              <a:rect l="l" t="t" r="r" b="b"/>
              <a:pathLst>
                <a:path w="2567940" h="13969">
                  <a:moveTo>
                    <a:pt x="0" y="13715"/>
                  </a:moveTo>
                  <a:lnTo>
                    <a:pt x="2567939" y="13715"/>
                  </a:lnTo>
                  <a:lnTo>
                    <a:pt x="2567939" y="0"/>
                  </a:lnTo>
                  <a:lnTo>
                    <a:pt x="0" y="0"/>
                  </a:lnTo>
                  <a:lnTo>
                    <a:pt x="0" y="13715"/>
                  </a:lnTo>
                  <a:close/>
                </a:path>
              </a:pathLst>
            </a:custGeom>
            <a:solidFill>
              <a:srgbClr val="65D1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57181" y="3329939"/>
              <a:ext cx="2567940" cy="13970"/>
            </a:xfrm>
            <a:custGeom>
              <a:avLst/>
              <a:gdLst/>
              <a:ahLst/>
              <a:cxnLst/>
              <a:rect l="l" t="t" r="r" b="b"/>
              <a:pathLst>
                <a:path w="2567940" h="13970">
                  <a:moveTo>
                    <a:pt x="0" y="13715"/>
                  </a:moveTo>
                  <a:lnTo>
                    <a:pt x="2567939" y="13715"/>
                  </a:lnTo>
                  <a:lnTo>
                    <a:pt x="2567939" y="0"/>
                  </a:lnTo>
                  <a:lnTo>
                    <a:pt x="0" y="0"/>
                  </a:lnTo>
                  <a:lnTo>
                    <a:pt x="0" y="13715"/>
                  </a:lnTo>
                  <a:close/>
                </a:path>
              </a:pathLst>
            </a:custGeom>
            <a:solidFill>
              <a:srgbClr val="006B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43465" y="2202179"/>
              <a:ext cx="2569845" cy="1127760"/>
            </a:xfrm>
            <a:custGeom>
              <a:avLst/>
              <a:gdLst/>
              <a:ahLst/>
              <a:cxnLst/>
              <a:rect l="l" t="t" r="r" b="b"/>
              <a:pathLst>
                <a:path w="2569845" h="1127760">
                  <a:moveTo>
                    <a:pt x="2569463" y="1127759"/>
                  </a:moveTo>
                  <a:lnTo>
                    <a:pt x="2569463" y="0"/>
                  </a:lnTo>
                  <a:lnTo>
                    <a:pt x="0" y="0"/>
                  </a:lnTo>
                  <a:lnTo>
                    <a:pt x="0" y="1127759"/>
                  </a:lnTo>
                  <a:lnTo>
                    <a:pt x="2569463" y="1127759"/>
                  </a:lnTo>
                  <a:close/>
                </a:path>
              </a:pathLst>
            </a:custGeom>
            <a:solidFill>
              <a:srgbClr val="00B1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3465" y="2445511"/>
            <a:ext cx="25698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4840" marR="189230" indent="-428625">
              <a:lnSpc>
                <a:spcPct val="100000"/>
              </a:lnSpc>
              <a:spcBef>
                <a:spcPts val="100"/>
              </a:spcBef>
            </a:pPr>
            <a:r>
              <a:rPr sz="2000" spc="10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ahoma"/>
                <a:cs typeface="Tahoma"/>
              </a:rPr>
              <a:t>CUSTOMERS </a:t>
            </a:r>
            <a:r>
              <a:rPr sz="2000" spc="170" dirty="0">
                <a:solidFill>
                  <a:srgbClr val="FFFFFF"/>
                </a:solidFill>
                <a:latin typeface="Tahoma"/>
                <a:cs typeface="Tahoma"/>
              </a:rPr>
              <a:t>WE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ahoma"/>
                <a:cs typeface="Tahoma"/>
              </a:rPr>
              <a:t>SERVE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18665" y="2188463"/>
            <a:ext cx="2593975" cy="1155700"/>
            <a:chOff x="4018665" y="2188463"/>
            <a:chExt cx="2593975" cy="1155700"/>
          </a:xfrm>
        </p:grpSpPr>
        <p:sp>
          <p:nvSpPr>
            <p:cNvPr id="14" name="object 14"/>
            <p:cNvSpPr/>
            <p:nvPr/>
          </p:nvSpPr>
          <p:spPr>
            <a:xfrm>
              <a:off x="4018665" y="2188463"/>
              <a:ext cx="2569845" cy="1129665"/>
            </a:xfrm>
            <a:custGeom>
              <a:avLst/>
              <a:gdLst/>
              <a:ahLst/>
              <a:cxnLst/>
              <a:rect l="l" t="t" r="r" b="b"/>
              <a:pathLst>
                <a:path w="2569845" h="1129664">
                  <a:moveTo>
                    <a:pt x="2569463" y="1129283"/>
                  </a:moveTo>
                  <a:lnTo>
                    <a:pt x="2569463" y="0"/>
                  </a:lnTo>
                  <a:lnTo>
                    <a:pt x="0" y="0"/>
                  </a:lnTo>
                  <a:lnTo>
                    <a:pt x="0" y="1129283"/>
                  </a:lnTo>
                  <a:lnTo>
                    <a:pt x="2569463" y="1129283"/>
                  </a:lnTo>
                  <a:close/>
                </a:path>
              </a:pathLst>
            </a:custGeom>
            <a:solidFill>
              <a:srgbClr val="84D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44573" y="3329939"/>
              <a:ext cx="2567940" cy="13970"/>
            </a:xfrm>
            <a:custGeom>
              <a:avLst/>
              <a:gdLst/>
              <a:ahLst/>
              <a:cxnLst/>
              <a:rect l="l" t="t" r="r" b="b"/>
              <a:pathLst>
                <a:path w="2567940" h="13970">
                  <a:moveTo>
                    <a:pt x="0" y="13715"/>
                  </a:moveTo>
                  <a:lnTo>
                    <a:pt x="2567939" y="13715"/>
                  </a:lnTo>
                  <a:lnTo>
                    <a:pt x="2567939" y="0"/>
                  </a:lnTo>
                  <a:lnTo>
                    <a:pt x="0" y="0"/>
                  </a:lnTo>
                  <a:lnTo>
                    <a:pt x="0" y="13715"/>
                  </a:lnTo>
                  <a:close/>
                </a:path>
              </a:pathLst>
            </a:custGeom>
            <a:solidFill>
              <a:srgbClr val="1F6B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32381" y="2202179"/>
              <a:ext cx="2567940" cy="1127760"/>
            </a:xfrm>
            <a:custGeom>
              <a:avLst/>
              <a:gdLst/>
              <a:ahLst/>
              <a:cxnLst/>
              <a:rect l="l" t="t" r="r" b="b"/>
              <a:pathLst>
                <a:path w="2567940" h="1127760">
                  <a:moveTo>
                    <a:pt x="2567939" y="1127759"/>
                  </a:moveTo>
                  <a:lnTo>
                    <a:pt x="2567939" y="0"/>
                  </a:lnTo>
                  <a:lnTo>
                    <a:pt x="0" y="0"/>
                  </a:lnTo>
                  <a:lnTo>
                    <a:pt x="0" y="1127759"/>
                  </a:lnTo>
                  <a:lnTo>
                    <a:pt x="2567939" y="1127759"/>
                  </a:lnTo>
                  <a:close/>
                </a:path>
              </a:pathLst>
            </a:custGeom>
            <a:solidFill>
              <a:srgbClr val="33B1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32382" y="2445511"/>
            <a:ext cx="25679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8820" marR="638175" indent="-73660">
              <a:lnSpc>
                <a:spcPct val="100000"/>
              </a:lnSpc>
              <a:spcBef>
                <a:spcPts val="100"/>
              </a:spcBef>
            </a:pPr>
            <a:r>
              <a:rPr sz="2000" spc="15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Tahoma"/>
                <a:cs typeface="Tahoma"/>
              </a:rPr>
              <a:t>WE </a:t>
            </a:r>
            <a:r>
              <a:rPr sz="2000" spc="135" dirty="0">
                <a:solidFill>
                  <a:srgbClr val="FFFFFF"/>
                </a:solidFill>
                <a:latin typeface="Tahoma"/>
                <a:cs typeface="Tahoma"/>
              </a:rPr>
              <a:t>DELIVER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06062" y="2188463"/>
            <a:ext cx="2593975" cy="1155700"/>
            <a:chOff x="6806062" y="2188463"/>
            <a:chExt cx="2593975" cy="1155700"/>
          </a:xfrm>
        </p:grpSpPr>
        <p:sp>
          <p:nvSpPr>
            <p:cNvPr id="19" name="object 19"/>
            <p:cNvSpPr/>
            <p:nvPr/>
          </p:nvSpPr>
          <p:spPr>
            <a:xfrm>
              <a:off x="6806062" y="2188463"/>
              <a:ext cx="2569845" cy="1129665"/>
            </a:xfrm>
            <a:custGeom>
              <a:avLst/>
              <a:gdLst/>
              <a:ahLst/>
              <a:cxnLst/>
              <a:rect l="l" t="t" r="r" b="b"/>
              <a:pathLst>
                <a:path w="2569845" h="1129664">
                  <a:moveTo>
                    <a:pt x="2569463" y="1129283"/>
                  </a:moveTo>
                  <a:lnTo>
                    <a:pt x="2569463" y="0"/>
                  </a:lnTo>
                  <a:lnTo>
                    <a:pt x="0" y="0"/>
                  </a:lnTo>
                  <a:lnTo>
                    <a:pt x="0" y="1129283"/>
                  </a:lnTo>
                  <a:lnTo>
                    <a:pt x="2569463" y="1129283"/>
                  </a:lnTo>
                  <a:close/>
                </a:path>
              </a:pathLst>
            </a:custGeom>
            <a:solidFill>
              <a:srgbClr val="8C80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31970" y="3329939"/>
              <a:ext cx="2567940" cy="13970"/>
            </a:xfrm>
            <a:custGeom>
              <a:avLst/>
              <a:gdLst/>
              <a:ahLst/>
              <a:cxnLst/>
              <a:rect l="l" t="t" r="r" b="b"/>
              <a:pathLst>
                <a:path w="2567940" h="13970">
                  <a:moveTo>
                    <a:pt x="0" y="13715"/>
                  </a:moveTo>
                  <a:lnTo>
                    <a:pt x="2567939" y="13715"/>
                  </a:lnTo>
                  <a:lnTo>
                    <a:pt x="2567939" y="0"/>
                  </a:lnTo>
                  <a:lnTo>
                    <a:pt x="0" y="0"/>
                  </a:lnTo>
                  <a:lnTo>
                    <a:pt x="0" y="13715"/>
                  </a:lnTo>
                  <a:close/>
                </a:path>
              </a:pathLst>
            </a:custGeom>
            <a:solidFill>
              <a:srgbClr val="261A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19778" y="2202179"/>
              <a:ext cx="2567940" cy="1127760"/>
            </a:xfrm>
            <a:custGeom>
              <a:avLst/>
              <a:gdLst/>
              <a:ahLst/>
              <a:cxnLst/>
              <a:rect l="l" t="t" r="r" b="b"/>
              <a:pathLst>
                <a:path w="2567940" h="1127760">
                  <a:moveTo>
                    <a:pt x="2567939" y="1127759"/>
                  </a:moveTo>
                  <a:lnTo>
                    <a:pt x="2567939" y="0"/>
                  </a:lnTo>
                  <a:lnTo>
                    <a:pt x="0" y="0"/>
                  </a:lnTo>
                  <a:lnTo>
                    <a:pt x="0" y="1127759"/>
                  </a:lnTo>
                  <a:lnTo>
                    <a:pt x="2567939" y="1127759"/>
                  </a:lnTo>
                  <a:close/>
                </a:path>
              </a:pathLst>
            </a:custGeom>
            <a:solidFill>
              <a:srgbClr val="402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19778" y="2445511"/>
            <a:ext cx="25679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3420" marR="245745" indent="-440690">
              <a:lnSpc>
                <a:spcPct val="100000"/>
              </a:lnSpc>
              <a:spcBef>
                <a:spcPts val="100"/>
              </a:spcBef>
            </a:pPr>
            <a:r>
              <a:rPr sz="2000" spc="18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2000" spc="140" dirty="0">
                <a:solidFill>
                  <a:srgbClr val="FFFFFF"/>
                </a:solidFill>
                <a:latin typeface="Tahoma"/>
                <a:cs typeface="Tahoma"/>
              </a:rPr>
              <a:t>GROWTH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95" y="2607301"/>
            <a:ext cx="712916" cy="41936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457833" y="2880360"/>
            <a:ext cx="736600" cy="74930"/>
            <a:chOff x="3457833" y="2880360"/>
            <a:chExt cx="736600" cy="74930"/>
          </a:xfrm>
        </p:grpSpPr>
        <p:sp>
          <p:nvSpPr>
            <p:cNvPr id="4" name="object 4"/>
            <p:cNvSpPr/>
            <p:nvPr/>
          </p:nvSpPr>
          <p:spPr>
            <a:xfrm>
              <a:off x="4044573" y="288569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10667">
              <a:solidFill>
                <a:srgbClr val="BACFE5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833" y="2880360"/>
              <a:ext cx="736092" cy="7467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588642" y="2880360"/>
            <a:ext cx="170815" cy="74930"/>
            <a:chOff x="4588642" y="2880360"/>
            <a:chExt cx="170815" cy="74930"/>
          </a:xfrm>
        </p:grpSpPr>
        <p:sp>
          <p:nvSpPr>
            <p:cNvPr id="7" name="object 7"/>
            <p:cNvSpPr/>
            <p:nvPr/>
          </p:nvSpPr>
          <p:spPr>
            <a:xfrm>
              <a:off x="4695322" y="288569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10667">
              <a:solidFill>
                <a:srgbClr val="BACFE5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8642" y="2880360"/>
              <a:ext cx="170687" cy="7467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257933" y="2880360"/>
            <a:ext cx="256540" cy="74930"/>
            <a:chOff x="4257933" y="2880360"/>
            <a:chExt cx="256540" cy="7493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933" y="2880360"/>
              <a:ext cx="256031" cy="4267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7933" y="2912364"/>
              <a:ext cx="256031" cy="42671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1134" y="2869692"/>
            <a:ext cx="202692" cy="20269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457833" y="3019044"/>
            <a:ext cx="1303020" cy="203200"/>
            <a:chOff x="3457833" y="3019044"/>
            <a:chExt cx="1303020" cy="20320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7833" y="3019044"/>
              <a:ext cx="682751" cy="426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7833" y="3051048"/>
              <a:ext cx="608075" cy="213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5241" y="3051048"/>
              <a:ext cx="85343" cy="2133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01901" y="306705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10667">
              <a:solidFill>
                <a:srgbClr val="87CC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85849" y="3072384"/>
              <a:ext cx="21335" cy="1066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959229" y="3077718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5">
                  <a:moveTo>
                    <a:pt x="0" y="0"/>
                  </a:moveTo>
                  <a:lnTo>
                    <a:pt x="10667" y="0"/>
                  </a:lnTo>
                </a:path>
              </a:pathLst>
            </a:custGeom>
            <a:ln w="10667">
              <a:solidFill>
                <a:srgbClr val="DCF0E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1961" y="3141726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5">
                  <a:moveTo>
                    <a:pt x="0" y="0"/>
                  </a:moveTo>
                  <a:lnTo>
                    <a:pt x="10667" y="0"/>
                  </a:lnTo>
                </a:path>
              </a:pathLst>
            </a:custGeom>
            <a:ln w="10667">
              <a:solidFill>
                <a:srgbClr val="BEE3D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55241" y="3072384"/>
              <a:ext cx="309371" cy="9601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21941" y="3136392"/>
              <a:ext cx="438911" cy="533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76577" y="3168396"/>
              <a:ext cx="684275" cy="4267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08581" y="3216401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5">
                  <a:moveTo>
                    <a:pt x="0" y="0"/>
                  </a:moveTo>
                  <a:lnTo>
                    <a:pt x="10667" y="0"/>
                  </a:lnTo>
                </a:path>
              </a:pathLst>
            </a:custGeom>
            <a:ln w="10667">
              <a:solidFill>
                <a:srgbClr val="ECF2F6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00793" y="3535679"/>
            <a:ext cx="1441700" cy="33375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31314" y="4539996"/>
            <a:ext cx="952500" cy="37185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332877" y="1009903"/>
            <a:ext cx="2195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Energy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Utilities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24290" y="5362955"/>
            <a:ext cx="1559523" cy="632459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2749174" y="1568196"/>
            <a:ext cx="3200400" cy="1209040"/>
            <a:chOff x="2749174" y="1568196"/>
            <a:chExt cx="3200400" cy="1209040"/>
          </a:xfrm>
        </p:grpSpPr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39418" y="2331720"/>
              <a:ext cx="2010155" cy="4450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49174" y="1568196"/>
              <a:ext cx="1347216" cy="763523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460882" y="3701796"/>
            <a:ext cx="1981200" cy="32765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642494" y="4687823"/>
            <a:ext cx="1694688" cy="51511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01499" y="4203191"/>
            <a:ext cx="2106167" cy="33680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152278" y="1345691"/>
            <a:ext cx="785103" cy="60105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78866" y="1694688"/>
            <a:ext cx="1231391" cy="601085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1014858" y="4687823"/>
            <a:ext cx="2796540" cy="1568450"/>
            <a:chOff x="1014858" y="4687823"/>
            <a:chExt cx="2796540" cy="1568450"/>
          </a:xfrm>
        </p:grpSpPr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97130" y="5378195"/>
              <a:ext cx="1022603" cy="61721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05461" y="5995415"/>
              <a:ext cx="1805939" cy="26060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14858" y="4687823"/>
              <a:ext cx="1295399" cy="724746"/>
            </a:xfrm>
            <a:prstGeom prst="rect">
              <a:avLst/>
            </a:prstGeom>
          </p:spPr>
        </p:pic>
      </p:grpSp>
      <p:sp>
        <p:nvSpPr>
          <p:cNvPr id="41" name="object 41"/>
          <p:cNvSpPr/>
          <p:nvPr/>
        </p:nvSpPr>
        <p:spPr>
          <a:xfrm>
            <a:off x="6100450" y="947927"/>
            <a:ext cx="7620" cy="5233670"/>
          </a:xfrm>
          <a:custGeom>
            <a:avLst/>
            <a:gdLst/>
            <a:ahLst/>
            <a:cxnLst/>
            <a:rect l="l" t="t" r="r" b="b"/>
            <a:pathLst>
              <a:path w="7620" h="5233670">
                <a:moveTo>
                  <a:pt x="0" y="0"/>
                </a:moveTo>
                <a:lnTo>
                  <a:pt x="7619" y="5233415"/>
                </a:lnTo>
              </a:path>
            </a:pathLst>
          </a:custGeom>
          <a:ln w="19049">
            <a:solidFill>
              <a:srgbClr val="B7C6D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8858890" y="1184141"/>
            <a:ext cx="1018540" cy="565785"/>
            <a:chOff x="8858890" y="1184141"/>
            <a:chExt cx="1018540" cy="565785"/>
          </a:xfrm>
        </p:grpSpPr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858890" y="1184141"/>
              <a:ext cx="652271" cy="4572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370954" y="12275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D7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511162" y="12275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334378" y="12321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64858" y="12321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401434" y="12321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462394" y="1202429"/>
              <a:ext cx="414527" cy="548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303898" y="1234433"/>
              <a:ext cx="146303" cy="1828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9303898" y="12458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334378" y="12458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401434" y="12458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444106" y="12458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883274" y="1229861"/>
              <a:ext cx="390143" cy="4114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291706" y="12504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171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303898" y="12504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383146" y="12504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A6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401434" y="12504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431914" y="12504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462394" y="12504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255130" y="125500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D7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291706" y="125500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309994" y="125500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322186" y="125500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401434" y="125500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438010" y="125500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242938" y="125957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273418" y="125957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425818" y="1259579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>
                  <a:moveTo>
                    <a:pt x="0" y="0"/>
                  </a:moveTo>
                  <a:lnTo>
                    <a:pt x="6095" y="0"/>
                  </a:lnTo>
                </a:path>
                <a:path w="24765">
                  <a:moveTo>
                    <a:pt x="18288" y="0"/>
                  </a:moveTo>
                  <a:lnTo>
                    <a:pt x="24383" y="0"/>
                  </a:lnTo>
                </a:path>
              </a:pathLst>
            </a:custGeom>
            <a:ln w="4572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462394" y="125957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291706" y="126415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431914" y="126415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4572">
              <a:solidFill>
                <a:srgbClr val="6161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249034" y="12687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9480682" y="12687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249034" y="127329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267322" y="127329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249034" y="127786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267322" y="127786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474586" y="128243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932042" y="1252721"/>
              <a:ext cx="883920" cy="17373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78346" y="1421885"/>
              <a:ext cx="573023" cy="9144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9645274" y="142874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078346" y="14333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1616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078346" y="1437887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80">
                  <a:moveTo>
                    <a:pt x="0" y="0"/>
                  </a:moveTo>
                  <a:lnTo>
                    <a:pt x="6095" y="0"/>
                  </a:lnTo>
                </a:path>
                <a:path w="6350" h="5080">
                  <a:moveTo>
                    <a:pt x="0" y="4572"/>
                  </a:moveTo>
                  <a:lnTo>
                    <a:pt x="6095" y="4572"/>
                  </a:lnTo>
                </a:path>
              </a:pathLst>
            </a:custGeom>
            <a:ln w="457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078346" y="14470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078346" y="145160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078346" y="14561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A0A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078346" y="14607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078346" y="14653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101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078346" y="1431029"/>
              <a:ext cx="579119" cy="7315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9078346" y="1469891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80">
                  <a:moveTo>
                    <a:pt x="0" y="0"/>
                  </a:moveTo>
                  <a:lnTo>
                    <a:pt x="6095" y="0"/>
                  </a:lnTo>
                </a:path>
                <a:path w="6350" h="5080">
                  <a:moveTo>
                    <a:pt x="0" y="4572"/>
                  </a:moveTo>
                  <a:lnTo>
                    <a:pt x="6095" y="4572"/>
                  </a:lnTo>
                </a:path>
              </a:pathLst>
            </a:custGeom>
            <a:ln w="4572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078346" y="14790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A0A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078346" y="148360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078346" y="148817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078346" y="149275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078346" y="1497323"/>
              <a:ext cx="573405" cy="9525"/>
            </a:xfrm>
            <a:custGeom>
              <a:avLst/>
              <a:gdLst/>
              <a:ahLst/>
              <a:cxnLst/>
              <a:rect l="l" t="t" r="r" b="b"/>
              <a:pathLst>
                <a:path w="573404" h="9525">
                  <a:moveTo>
                    <a:pt x="0" y="0"/>
                  </a:moveTo>
                  <a:lnTo>
                    <a:pt x="6095" y="0"/>
                  </a:lnTo>
                </a:path>
                <a:path w="573404" h="9525">
                  <a:moveTo>
                    <a:pt x="566927" y="4572"/>
                  </a:moveTo>
                  <a:lnTo>
                    <a:pt x="573023" y="4572"/>
                  </a:lnTo>
                </a:path>
                <a:path w="573404" h="9525">
                  <a:moveTo>
                    <a:pt x="566927" y="9143"/>
                  </a:moveTo>
                  <a:lnTo>
                    <a:pt x="573023" y="9143"/>
                  </a:lnTo>
                </a:path>
              </a:pathLst>
            </a:custGeom>
            <a:ln w="4572">
              <a:solidFill>
                <a:srgbClr val="1616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078346" y="1504181"/>
              <a:ext cx="573024" cy="9144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114922" y="1591055"/>
              <a:ext cx="85343" cy="1828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175882" y="1591055"/>
              <a:ext cx="323088" cy="2286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578218" y="1591055"/>
              <a:ext cx="42672" cy="2286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9121018" y="161162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194170" y="1609343"/>
              <a:ext cx="335279" cy="9144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9523354" y="161620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602602" y="161620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523354" y="162077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602602" y="162077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1414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523354" y="162534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121018" y="1613915"/>
              <a:ext cx="109727" cy="2286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188074" y="1618487"/>
              <a:ext cx="347472" cy="18288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474586" y="1623059"/>
              <a:ext cx="134111" cy="2286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133210" y="1627631"/>
              <a:ext cx="115823" cy="18288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145402" y="1636775"/>
              <a:ext cx="335279" cy="18288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9523354" y="164363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486778" y="1636775"/>
              <a:ext cx="73151" cy="1371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352666" y="1650491"/>
              <a:ext cx="24383" cy="4572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9462394" y="165277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529450" y="1641347"/>
              <a:ext cx="67055" cy="2286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51498" y="1650491"/>
              <a:ext cx="134111" cy="13716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431914" y="1655063"/>
              <a:ext cx="103631" cy="9144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9462394" y="166192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1B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9529450" y="166192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163690" y="1655063"/>
              <a:ext cx="201167" cy="22860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9218554" y="1666493"/>
              <a:ext cx="347980" cy="5080"/>
            </a:xfrm>
            <a:custGeom>
              <a:avLst/>
              <a:gdLst/>
              <a:ahLst/>
              <a:cxnLst/>
              <a:rect l="l" t="t" r="r" b="b"/>
              <a:pathLst>
                <a:path w="347979" h="5080">
                  <a:moveTo>
                    <a:pt x="341375" y="0"/>
                  </a:moveTo>
                  <a:lnTo>
                    <a:pt x="347471" y="0"/>
                  </a:lnTo>
                </a:path>
                <a:path w="347979" h="5080">
                  <a:moveTo>
                    <a:pt x="0" y="4571"/>
                  </a:moveTo>
                  <a:lnTo>
                    <a:pt x="6095" y="4571"/>
                  </a:lnTo>
                </a:path>
              </a:pathLst>
            </a:custGeom>
            <a:ln w="4572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316090" y="1659635"/>
              <a:ext cx="182879" cy="18288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9559930" y="167106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413626" y="1673351"/>
              <a:ext cx="67055" cy="4572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9511162" y="167563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9553834" y="167563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72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218554" y="1673351"/>
              <a:ext cx="73151" cy="914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316090" y="1677923"/>
              <a:ext cx="91439" cy="4572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9413626" y="168020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6095" y="0"/>
                  </a:lnTo>
                </a:path>
                <a:path w="43179">
                  <a:moveTo>
                    <a:pt x="36575" y="0"/>
                  </a:moveTo>
                  <a:lnTo>
                    <a:pt x="42671" y="0"/>
                  </a:lnTo>
                </a:path>
              </a:pathLst>
            </a:custGeom>
            <a:ln w="4572">
              <a:solidFill>
                <a:srgbClr val="343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474586" y="168020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505066" y="168020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5A5A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279514" y="168478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316090" y="168478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346570" y="168478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3636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9364858" y="168478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401434" y="1682495"/>
              <a:ext cx="54864" cy="4572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175882" y="1677923"/>
              <a:ext cx="109727" cy="1828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9419722" y="1677923"/>
              <a:ext cx="140207" cy="18288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9407530" y="168935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9407530" y="169392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486778" y="169392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273418" y="1687067"/>
              <a:ext cx="97535" cy="18288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9273418" y="169849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9407530" y="169849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9462394" y="169849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2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419722" y="1696211"/>
              <a:ext cx="12191" cy="914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511162" y="1691639"/>
              <a:ext cx="24383" cy="1371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206362" y="1696211"/>
              <a:ext cx="310895" cy="53339"/>
            </a:xfrm>
            <a:prstGeom prst="rect">
              <a:avLst/>
            </a:prstGeom>
          </p:spPr>
        </p:pic>
      </p:grpSp>
      <p:pic>
        <p:nvPicPr>
          <p:cNvPr id="152" name="object 15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481193" y="1456937"/>
            <a:ext cx="1150619" cy="518166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6431158" y="3026664"/>
            <a:ext cx="1484375" cy="560831"/>
          </a:xfrm>
          <a:prstGeom prst="rect">
            <a:avLst/>
          </a:prstGeom>
        </p:spPr>
      </p:pic>
      <p:grpSp>
        <p:nvGrpSpPr>
          <p:cNvPr id="154" name="object 154"/>
          <p:cNvGrpSpPr/>
          <p:nvPr/>
        </p:nvGrpSpPr>
        <p:grpSpPr>
          <a:xfrm>
            <a:off x="7051426" y="4329684"/>
            <a:ext cx="862965" cy="210820"/>
            <a:chOff x="7051426" y="4329684"/>
            <a:chExt cx="862965" cy="210820"/>
          </a:xfrm>
        </p:grpSpPr>
        <p:pic>
          <p:nvPicPr>
            <p:cNvPr id="155" name="object 15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7595494" y="4329684"/>
              <a:ext cx="297180" cy="41148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7083430" y="436854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46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161154" y="4361688"/>
              <a:ext cx="571500" cy="18288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805806" y="4366260"/>
              <a:ext cx="86868" cy="9144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801234" y="4370832"/>
              <a:ext cx="96012" cy="1371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147438" y="4375404"/>
              <a:ext cx="580644" cy="13716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819522" y="4379976"/>
              <a:ext cx="86868" cy="9144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801234" y="4384548"/>
              <a:ext cx="105156" cy="13716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133722" y="4384548"/>
              <a:ext cx="585216" cy="18288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7709794" y="440055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2331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801234" y="4393692"/>
              <a:ext cx="109728" cy="13716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7709794" y="440512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4E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906390" y="440512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1928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709794" y="44096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07A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796662" y="44096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881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814950" y="44096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54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833238" y="44096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2837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7860670" y="4407408"/>
              <a:ext cx="53339" cy="4572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796662" y="4411980"/>
              <a:ext cx="91440" cy="9144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796662" y="4411980"/>
              <a:ext cx="117347" cy="13716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7705222" y="442798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27D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792090" y="4421124"/>
              <a:ext cx="121919" cy="13716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7705222" y="443255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671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828666" y="443255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03E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869814" y="443255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442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888102" y="443255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74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912486" y="4430268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79">
                  <a:moveTo>
                    <a:pt x="0" y="45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1827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2" name="object 18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718938" y="4434840"/>
              <a:ext cx="91440" cy="9144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7787518" y="4434840"/>
              <a:ext cx="126491" cy="9144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7051426" y="4370832"/>
              <a:ext cx="502920" cy="118872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613782" y="4402836"/>
              <a:ext cx="96012" cy="9144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705222" y="4439412"/>
              <a:ext cx="123444" cy="13716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801234" y="4448556"/>
              <a:ext cx="27432" cy="4572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906390" y="4439412"/>
              <a:ext cx="7619" cy="22860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732654" y="4448556"/>
              <a:ext cx="59436" cy="13716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750942" y="4453128"/>
              <a:ext cx="77724" cy="9144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709794" y="4457700"/>
              <a:ext cx="114300" cy="13716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7901818" y="4462272"/>
              <a:ext cx="9144" cy="13716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709794" y="4466844"/>
              <a:ext cx="114300" cy="9144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709794" y="4471416"/>
              <a:ext cx="109728" cy="9144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7188586" y="448741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4E5C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714366" y="4475988"/>
              <a:ext cx="105156" cy="13716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892674" y="4475988"/>
              <a:ext cx="13716" cy="13716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280026" y="4485132"/>
              <a:ext cx="114300" cy="914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426330" y="4485132"/>
              <a:ext cx="128015" cy="9144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7051426" y="4485132"/>
              <a:ext cx="50292" cy="9144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7718938" y="4485132"/>
              <a:ext cx="96012" cy="13716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7892674" y="449199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C49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728082" y="4489704"/>
              <a:ext cx="86868" cy="13716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7732654" y="4498848"/>
              <a:ext cx="160020" cy="41147"/>
            </a:xfrm>
            <a:prstGeom prst="rect">
              <a:avLst/>
            </a:prstGeom>
          </p:spPr>
        </p:pic>
      </p:grpSp>
      <p:pic>
        <p:nvPicPr>
          <p:cNvPr id="205" name="object 205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6345814" y="4119371"/>
            <a:ext cx="486155" cy="576072"/>
          </a:xfrm>
          <a:prstGeom prst="rect">
            <a:avLst/>
          </a:prstGeom>
        </p:spPr>
      </p:pic>
      <p:pic>
        <p:nvPicPr>
          <p:cNvPr id="206" name="object 206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8406986" y="5894832"/>
            <a:ext cx="459522" cy="574548"/>
          </a:xfrm>
          <a:prstGeom prst="rect">
            <a:avLst/>
          </a:prstGeom>
        </p:spPr>
      </p:pic>
      <p:sp>
        <p:nvSpPr>
          <p:cNvPr id="207" name="object 207"/>
          <p:cNvSpPr txBox="1"/>
          <p:nvPr/>
        </p:nvSpPr>
        <p:spPr>
          <a:xfrm>
            <a:off x="6511300" y="1026667"/>
            <a:ext cx="1665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Transportation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208" name="object 208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8839078" y="4604561"/>
            <a:ext cx="1040891" cy="484245"/>
          </a:xfrm>
          <a:prstGeom prst="rect">
            <a:avLst/>
          </a:prstGeom>
        </p:spPr>
      </p:pic>
      <p:pic>
        <p:nvPicPr>
          <p:cNvPr id="209" name="object 209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6345814" y="4911852"/>
            <a:ext cx="2209800" cy="704087"/>
          </a:xfrm>
          <a:prstGeom prst="rect">
            <a:avLst/>
          </a:prstGeom>
        </p:spPr>
      </p:pic>
      <p:pic>
        <p:nvPicPr>
          <p:cNvPr id="210" name="object 210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6432682" y="2209800"/>
            <a:ext cx="2590800" cy="566927"/>
          </a:xfrm>
          <a:prstGeom prst="rect">
            <a:avLst/>
          </a:prstGeom>
        </p:spPr>
      </p:pic>
      <p:sp>
        <p:nvSpPr>
          <p:cNvPr id="211" name="object 211"/>
          <p:cNvSpPr txBox="1">
            <a:spLocks noGrp="1"/>
          </p:cNvSpPr>
          <p:nvPr>
            <p:ph type="title"/>
          </p:nvPr>
        </p:nvSpPr>
        <p:spPr>
          <a:xfrm>
            <a:off x="997592" y="363727"/>
            <a:ext cx="6107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0" dirty="0"/>
              <a:t>References/proof</a:t>
            </a:r>
            <a:r>
              <a:rPr spc="-40" dirty="0"/>
              <a:t> </a:t>
            </a:r>
            <a:r>
              <a:rPr spc="185" dirty="0"/>
              <a:t>of</a:t>
            </a:r>
            <a:r>
              <a:rPr spc="-25" dirty="0"/>
              <a:t> </a:t>
            </a:r>
            <a:r>
              <a:rPr spc="200" dirty="0"/>
              <a:t>our</a:t>
            </a:r>
            <a:r>
              <a:rPr spc="-25" dirty="0"/>
              <a:t> </a:t>
            </a:r>
            <a:r>
              <a:rPr spc="190" dirty="0"/>
              <a:t>expertise</a:t>
            </a:r>
          </a:p>
        </p:txBody>
      </p:sp>
      <p:sp>
        <p:nvSpPr>
          <p:cNvPr id="212" name="object 2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21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213" name="object 213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0102" y="5835396"/>
            <a:ext cx="3345179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2270" y="1711451"/>
            <a:ext cx="3227832" cy="4663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89492" y="2818891"/>
            <a:ext cx="2113280" cy="105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21765" marR="5080" algn="ctr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Ministry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of </a:t>
            </a:r>
            <a:r>
              <a:rPr sz="1000" spc="55" dirty="0">
                <a:latin typeface="Tahoma"/>
                <a:cs typeface="Tahoma"/>
              </a:rPr>
              <a:t>Defense </a:t>
            </a:r>
            <a:r>
              <a:rPr sz="1000" spc="60" dirty="0">
                <a:latin typeface="Tahoma"/>
                <a:cs typeface="Tahoma"/>
              </a:rPr>
              <a:t>(Romania)</a:t>
            </a:r>
            <a:endParaRPr sz="1000">
              <a:latin typeface="Tahoma"/>
              <a:cs typeface="Tahoma"/>
            </a:endParaRPr>
          </a:p>
          <a:p>
            <a:pPr marL="12700" marR="1415415" algn="ctr">
              <a:lnSpc>
                <a:spcPct val="100000"/>
              </a:lnSpc>
              <a:spcBef>
                <a:spcPts val="900"/>
              </a:spcBef>
            </a:pPr>
            <a:r>
              <a:rPr sz="1000" spc="70" dirty="0">
                <a:latin typeface="Tahoma"/>
                <a:cs typeface="Tahoma"/>
              </a:rPr>
              <a:t>Ministry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of </a:t>
            </a:r>
            <a:r>
              <a:rPr sz="1000" spc="55" dirty="0">
                <a:latin typeface="Tahoma"/>
                <a:cs typeface="Tahoma"/>
              </a:rPr>
              <a:t>Defense </a:t>
            </a:r>
            <a:r>
              <a:rPr sz="1000" spc="60" dirty="0">
                <a:latin typeface="Tahoma"/>
                <a:cs typeface="Tahoma"/>
              </a:rPr>
              <a:t>(Bulgaria)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6070" y="3930396"/>
            <a:ext cx="931163" cy="771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3682" y="3380232"/>
            <a:ext cx="780287" cy="9052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43075" y="2150769"/>
            <a:ext cx="17278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 marR="5080" indent="-19050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Health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Optimum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–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Partnership </a:t>
            </a:r>
            <a:r>
              <a:rPr sz="1000" dirty="0">
                <a:latin typeface="Tahoma"/>
                <a:cs typeface="Tahoma"/>
              </a:rPr>
              <a:t>Agreement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Orange Romania-</a:t>
            </a:r>
            <a:r>
              <a:rPr sz="1000" spc="-25" dirty="0">
                <a:latin typeface="Tahoma"/>
                <a:cs typeface="Tahoma"/>
              </a:rPr>
              <a:t>SAP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70269" y="2330195"/>
            <a:ext cx="457200" cy="457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84270" y="2406395"/>
            <a:ext cx="603504" cy="3002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06584" y="1075435"/>
            <a:ext cx="14420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Public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sector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10375" y="3887516"/>
            <a:ext cx="1336397" cy="27415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08070" y="4463796"/>
            <a:ext cx="2285999" cy="6858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88469" y="5149596"/>
            <a:ext cx="1295400" cy="6858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65070" y="3396996"/>
            <a:ext cx="762000" cy="7620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64870" y="4920996"/>
            <a:ext cx="1219200" cy="4572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97592" y="363727"/>
            <a:ext cx="6107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0" dirty="0"/>
              <a:t>References/proof</a:t>
            </a:r>
            <a:r>
              <a:rPr spc="-40" dirty="0"/>
              <a:t> </a:t>
            </a:r>
            <a:r>
              <a:rPr spc="185" dirty="0"/>
              <a:t>of</a:t>
            </a:r>
            <a:r>
              <a:rPr spc="-25" dirty="0"/>
              <a:t> </a:t>
            </a:r>
            <a:r>
              <a:rPr spc="200" dirty="0"/>
              <a:t>our</a:t>
            </a:r>
            <a:r>
              <a:rPr spc="-25" dirty="0"/>
              <a:t> </a:t>
            </a:r>
            <a:r>
              <a:rPr spc="190" dirty="0"/>
              <a:t>expertise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4836" y="5237477"/>
            <a:ext cx="1864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Conclusions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963" y="673608"/>
            <a:ext cx="8526780" cy="375513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073" y="1237487"/>
            <a:ext cx="9143996" cy="10210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195" dirty="0"/>
              <a:t>Alpaca</a:t>
            </a:r>
            <a:r>
              <a:rPr spc="-30" dirty="0"/>
              <a:t> </a:t>
            </a:r>
            <a:r>
              <a:rPr spc="215" dirty="0"/>
              <a:t>Your</a:t>
            </a:r>
            <a:r>
              <a:rPr spc="-40" dirty="0"/>
              <a:t> </a:t>
            </a:r>
            <a:r>
              <a:rPr spc="195" dirty="0"/>
              <a:t>partner</a:t>
            </a:r>
            <a:r>
              <a:rPr spc="-25" dirty="0"/>
              <a:t> </a:t>
            </a:r>
            <a:r>
              <a:rPr spc="185" dirty="0"/>
              <a:t>for</a:t>
            </a:r>
            <a:r>
              <a:rPr spc="-40" dirty="0"/>
              <a:t> </a:t>
            </a:r>
            <a:r>
              <a:rPr spc="175" dirty="0"/>
              <a:t>success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r>
              <a:rPr spc="350" dirty="0"/>
              <a:t> </a:t>
            </a:r>
            <a:r>
              <a:rPr sz="1100" spc="-50" dirty="0"/>
              <a:t>|</a:t>
            </a:r>
            <a:endParaRPr sz="11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405221" y="6848308"/>
            <a:ext cx="219075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 RIGHTS</a:t>
            </a:r>
            <a:r>
              <a:rPr spc="5" dirty="0"/>
              <a:t> </a:t>
            </a:r>
            <a:r>
              <a:rPr spc="-10" dirty="0"/>
              <a:t>RESERVED.</a:t>
            </a:r>
            <a:r>
              <a:rPr spc="-5" dirty="0"/>
              <a:t> </a:t>
            </a:r>
            <a:r>
              <a:rPr dirty="0"/>
              <a:t>COPYRIGHT ©</a:t>
            </a:r>
            <a:r>
              <a:rPr spc="-5" dirty="0"/>
              <a:t> </a:t>
            </a:r>
            <a:r>
              <a:rPr lang="en-GB" spc="-10" dirty="0"/>
              <a:t>Alpaca</a:t>
            </a:r>
            <a:r>
              <a:rPr spc="-5" dirty="0"/>
              <a:t> </a:t>
            </a:r>
            <a:r>
              <a:rPr spc="-20" dirty="0"/>
              <a:t>2012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9453" y="1390903"/>
            <a:ext cx="7700645" cy="61234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lang="en-GB" sz="2000" dirty="0">
                <a:solidFill>
                  <a:srgbClr val="FFFFFF"/>
                </a:solidFill>
                <a:latin typeface="Trebuchet MS"/>
                <a:cs typeface="Trebuchet MS"/>
              </a:rPr>
              <a:t>Alpaca</a:t>
            </a:r>
            <a:r>
              <a:rPr sz="200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rebuchet MS"/>
                <a:cs typeface="Trebuchet MS"/>
              </a:rPr>
              <a:t>has</a:t>
            </a:r>
            <a:r>
              <a:rPr sz="2000" spc="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000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deeply</a:t>
            </a:r>
            <a:r>
              <a:rPr sz="2000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understanding</a:t>
            </a:r>
            <a:r>
              <a:rPr sz="200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000" spc="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rebuchet MS"/>
                <a:cs typeface="Trebuchet MS"/>
              </a:rPr>
              <a:t>current</a:t>
            </a:r>
            <a:r>
              <a:rPr sz="200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000" spc="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future </a:t>
            </a:r>
            <a:r>
              <a:rPr sz="2000" spc="10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r>
              <a:rPr sz="2000" spc="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000" spc="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Trebuchet MS"/>
                <a:cs typeface="Trebuchet MS"/>
              </a:rPr>
              <a:t>telecommunication</a:t>
            </a:r>
            <a:r>
              <a:rPr sz="2000" spc="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markets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83515" marR="171450" indent="-171450">
              <a:lnSpc>
                <a:spcPct val="79400"/>
              </a:lnSpc>
              <a:spcBef>
                <a:spcPts val="545"/>
              </a:spcBef>
              <a:buClr>
                <a:srgbClr val="969696"/>
              </a:buClr>
              <a:buFont typeface="Wingdings"/>
              <a:buChar char=""/>
              <a:tabLst>
                <a:tab pos="184785" algn="l"/>
              </a:tabLst>
            </a:pPr>
            <a:r>
              <a:rPr dirty="0"/>
              <a:t>We</a:t>
            </a:r>
            <a:r>
              <a:rPr spc="-15" dirty="0"/>
              <a:t> </a:t>
            </a:r>
            <a:r>
              <a:rPr dirty="0"/>
              <a:t>have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114" dirty="0">
                <a:solidFill>
                  <a:srgbClr val="795D9A"/>
                </a:solidFill>
              </a:rPr>
              <a:t>experience</a:t>
            </a:r>
            <a:r>
              <a:rPr spc="114" dirty="0"/>
              <a:t>,</a:t>
            </a:r>
            <a:r>
              <a:rPr spc="-15" dirty="0"/>
              <a:t> </a:t>
            </a:r>
            <a:r>
              <a:rPr spc="135" dirty="0">
                <a:solidFill>
                  <a:srgbClr val="795D9A"/>
                </a:solidFill>
              </a:rPr>
              <a:t>competency</a:t>
            </a:r>
            <a:r>
              <a:rPr spc="-15" dirty="0">
                <a:solidFill>
                  <a:srgbClr val="795D9A"/>
                </a:solidFill>
              </a:rPr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spc="114" dirty="0">
                <a:solidFill>
                  <a:srgbClr val="795D9A"/>
                </a:solidFill>
              </a:rPr>
              <a:t>references</a:t>
            </a:r>
            <a:r>
              <a:rPr spc="-15" dirty="0">
                <a:solidFill>
                  <a:srgbClr val="795D9A"/>
                </a:solidFill>
              </a:rPr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complex</a:t>
            </a:r>
            <a:r>
              <a:rPr spc="-15" dirty="0"/>
              <a:t> </a:t>
            </a:r>
            <a:r>
              <a:rPr spc="-10" dirty="0"/>
              <a:t>projects 	</a:t>
            </a:r>
            <a:r>
              <a:rPr dirty="0"/>
              <a:t>gathered</a:t>
            </a:r>
            <a:r>
              <a:rPr spc="-3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over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world</a:t>
            </a:r>
          </a:p>
          <a:p>
            <a:pPr marL="183515" marR="5080" indent="-171450">
              <a:lnSpc>
                <a:spcPct val="80000"/>
              </a:lnSpc>
              <a:spcBef>
                <a:spcPts val="1725"/>
              </a:spcBef>
              <a:buClr>
                <a:srgbClr val="969696"/>
              </a:buClr>
              <a:buFont typeface="Wingdings"/>
              <a:buChar char=""/>
              <a:tabLst>
                <a:tab pos="184785" algn="l"/>
              </a:tabLst>
            </a:pPr>
            <a:r>
              <a:rPr dirty="0"/>
              <a:t>We</a:t>
            </a:r>
            <a:r>
              <a:rPr spc="-10" dirty="0"/>
              <a:t> </a:t>
            </a:r>
            <a:r>
              <a:rPr dirty="0"/>
              <a:t>are</a:t>
            </a:r>
            <a:r>
              <a:rPr spc="-5" dirty="0"/>
              <a:t> </a:t>
            </a:r>
            <a:r>
              <a:rPr dirty="0"/>
              <a:t>keen and</a:t>
            </a:r>
            <a:r>
              <a:rPr spc="-15" dirty="0"/>
              <a:t> </a:t>
            </a:r>
            <a:r>
              <a:rPr spc="120" dirty="0">
                <a:solidFill>
                  <a:srgbClr val="795D9A"/>
                </a:solidFill>
              </a:rPr>
              <a:t>ready</a:t>
            </a:r>
            <a:r>
              <a:rPr spc="-45" dirty="0">
                <a:solidFill>
                  <a:srgbClr val="795D9A"/>
                </a:solidFill>
              </a:rPr>
              <a:t> </a:t>
            </a:r>
            <a:r>
              <a:rPr spc="135" dirty="0">
                <a:solidFill>
                  <a:srgbClr val="795D9A"/>
                </a:solidFill>
              </a:rPr>
              <a:t>to</a:t>
            </a:r>
            <a:r>
              <a:rPr spc="-40" dirty="0">
                <a:solidFill>
                  <a:srgbClr val="795D9A"/>
                </a:solidFill>
              </a:rPr>
              <a:t> </a:t>
            </a:r>
            <a:r>
              <a:rPr spc="120" dirty="0">
                <a:solidFill>
                  <a:srgbClr val="795D9A"/>
                </a:solidFill>
              </a:rPr>
              <a:t>assist</a:t>
            </a:r>
            <a:r>
              <a:rPr spc="-45" dirty="0">
                <a:solidFill>
                  <a:srgbClr val="795D9A"/>
                </a:solidFill>
              </a:rPr>
              <a:t> </a:t>
            </a:r>
            <a:r>
              <a:rPr spc="135" dirty="0">
                <a:solidFill>
                  <a:srgbClr val="795D9A"/>
                </a:solidFill>
              </a:rPr>
              <a:t>you</a:t>
            </a:r>
            <a:r>
              <a:rPr spc="-20" dirty="0">
                <a:solidFill>
                  <a:srgbClr val="795D9A"/>
                </a:solidFill>
              </a:rPr>
              <a:t> </a:t>
            </a:r>
            <a:r>
              <a:rPr dirty="0"/>
              <a:t>through the</a:t>
            </a:r>
            <a:r>
              <a:rPr spc="-10" dirty="0"/>
              <a:t> </a:t>
            </a:r>
            <a:r>
              <a:rPr spc="120" dirty="0">
                <a:solidFill>
                  <a:srgbClr val="795D9A"/>
                </a:solidFill>
              </a:rPr>
              <a:t>business</a:t>
            </a:r>
            <a:r>
              <a:rPr spc="-45" dirty="0">
                <a:solidFill>
                  <a:srgbClr val="795D9A"/>
                </a:solidFill>
              </a:rPr>
              <a:t> </a:t>
            </a:r>
            <a:r>
              <a:rPr spc="120" dirty="0">
                <a:solidFill>
                  <a:srgbClr val="795D9A"/>
                </a:solidFill>
              </a:rPr>
              <a:t>transformation 	</a:t>
            </a:r>
            <a:r>
              <a:rPr spc="110" dirty="0">
                <a:solidFill>
                  <a:srgbClr val="795D9A"/>
                </a:solidFill>
              </a:rPr>
              <a:t>process</a:t>
            </a:r>
          </a:p>
          <a:p>
            <a:pPr marL="183515" marR="495300" indent="-171450">
              <a:lnSpc>
                <a:spcPct val="80000"/>
              </a:lnSpc>
              <a:spcBef>
                <a:spcPts val="1714"/>
              </a:spcBef>
              <a:buClr>
                <a:srgbClr val="969696"/>
              </a:buClr>
              <a:buFont typeface="Wingdings"/>
              <a:buChar char=""/>
              <a:tabLst>
                <a:tab pos="184785" algn="l"/>
              </a:tabLst>
            </a:pPr>
            <a:r>
              <a:rPr spc="120" dirty="0">
                <a:solidFill>
                  <a:srgbClr val="795D9A"/>
                </a:solidFill>
              </a:rPr>
              <a:t>Environment:</a:t>
            </a:r>
            <a:r>
              <a:rPr spc="-30" dirty="0">
                <a:solidFill>
                  <a:srgbClr val="795D9A"/>
                </a:solidFill>
              </a:rPr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dedicated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eco-sustainability—</a:t>
            </a:r>
            <a:r>
              <a:rPr dirty="0"/>
              <a:t>particularly</a:t>
            </a:r>
            <a:r>
              <a:rPr spc="-15" dirty="0"/>
              <a:t> </a:t>
            </a:r>
            <a:r>
              <a:rPr spc="-10" dirty="0"/>
              <a:t>climate 	change—</a:t>
            </a:r>
          </a:p>
          <a:p>
            <a:pPr marL="184785" marR="956944">
              <a:lnSpc>
                <a:spcPct val="79400"/>
              </a:lnSpc>
              <a:spcBef>
                <a:spcPts val="15"/>
              </a:spcBef>
            </a:pP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meeting</a:t>
            </a:r>
            <a:r>
              <a:rPr spc="-40" dirty="0"/>
              <a:t> </a:t>
            </a:r>
            <a:r>
              <a:rPr dirty="0"/>
              <a:t>our</a:t>
            </a:r>
            <a:r>
              <a:rPr spc="-35" dirty="0"/>
              <a:t> </a:t>
            </a:r>
            <a:r>
              <a:rPr dirty="0"/>
              <a:t>customers’</a:t>
            </a:r>
            <a:r>
              <a:rPr spc="-50" dirty="0"/>
              <a:t> </a:t>
            </a:r>
            <a:r>
              <a:rPr dirty="0"/>
              <a:t>demands</a:t>
            </a:r>
            <a:r>
              <a:rPr spc="-3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spc="-10" dirty="0"/>
              <a:t>eco-</a:t>
            </a:r>
            <a:r>
              <a:rPr dirty="0"/>
              <a:t>efficient</a:t>
            </a:r>
            <a:r>
              <a:rPr spc="-40" dirty="0"/>
              <a:t> </a:t>
            </a:r>
            <a:r>
              <a:rPr dirty="0"/>
              <a:t>products</a:t>
            </a:r>
            <a:r>
              <a:rPr spc="-35" dirty="0"/>
              <a:t> </a:t>
            </a:r>
            <a:r>
              <a:rPr spc="-25" dirty="0"/>
              <a:t>and </a:t>
            </a:r>
            <a:r>
              <a:rPr spc="-10" dirty="0"/>
              <a:t>solutions.</a:t>
            </a:r>
          </a:p>
          <a:p>
            <a:pPr marL="183515" marR="45085" indent="-171450" algn="just">
              <a:lnSpc>
                <a:spcPct val="79700"/>
              </a:lnSpc>
              <a:spcBef>
                <a:spcPts val="1735"/>
              </a:spcBef>
              <a:buClr>
                <a:srgbClr val="969696"/>
              </a:buClr>
              <a:buFont typeface="Wingdings"/>
              <a:buChar char=""/>
              <a:tabLst>
                <a:tab pos="184785" algn="l"/>
              </a:tabLst>
            </a:pPr>
            <a:r>
              <a:rPr spc="125" dirty="0">
                <a:solidFill>
                  <a:srgbClr val="795D9A"/>
                </a:solidFill>
              </a:rPr>
              <a:t>Digital</a:t>
            </a:r>
            <a:r>
              <a:rPr spc="-65" dirty="0">
                <a:solidFill>
                  <a:srgbClr val="795D9A"/>
                </a:solidFill>
              </a:rPr>
              <a:t> </a:t>
            </a:r>
            <a:r>
              <a:rPr spc="114" dirty="0">
                <a:solidFill>
                  <a:srgbClr val="795D9A"/>
                </a:solidFill>
              </a:rPr>
              <a:t>inclusion:</a:t>
            </a:r>
            <a:r>
              <a:rPr spc="-30" dirty="0">
                <a:solidFill>
                  <a:srgbClr val="795D9A"/>
                </a:solidFill>
              </a:rPr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dirty="0"/>
              <a:t>draw</a:t>
            </a:r>
            <a:r>
              <a:rPr spc="-2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our</a:t>
            </a:r>
            <a:r>
              <a:rPr spc="-20" dirty="0"/>
              <a:t> </a:t>
            </a:r>
            <a:r>
              <a:rPr dirty="0"/>
              <a:t>expertise</a:t>
            </a:r>
            <a:r>
              <a:rPr spc="-2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innovation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bridge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digital 	</a:t>
            </a:r>
            <a:r>
              <a:rPr dirty="0"/>
              <a:t>divide,</a:t>
            </a:r>
            <a:r>
              <a:rPr spc="-50" dirty="0"/>
              <a:t> </a:t>
            </a:r>
            <a:r>
              <a:rPr dirty="0"/>
              <a:t>creating</a:t>
            </a:r>
            <a:r>
              <a:rPr spc="-30" dirty="0"/>
              <a:t> </a:t>
            </a:r>
            <a:r>
              <a:rPr dirty="0"/>
              <a:t>opportunities</a:t>
            </a:r>
            <a:r>
              <a:rPr spc="-4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social</a:t>
            </a:r>
            <a:r>
              <a:rPr spc="-50" dirty="0"/>
              <a:t> </a:t>
            </a:r>
            <a:r>
              <a:rPr dirty="0"/>
              <a:t>development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emerging 	economies.</a:t>
            </a:r>
          </a:p>
          <a:p>
            <a:pPr marL="183515" marR="955040" indent="-171450">
              <a:lnSpc>
                <a:spcPct val="80000"/>
              </a:lnSpc>
              <a:spcBef>
                <a:spcPts val="1730"/>
              </a:spcBef>
              <a:buClr>
                <a:srgbClr val="969696"/>
              </a:buClr>
              <a:buFont typeface="Wingdings"/>
              <a:buChar char=""/>
              <a:tabLst>
                <a:tab pos="184785" algn="l"/>
              </a:tabLst>
            </a:pPr>
            <a:r>
              <a:rPr dirty="0"/>
              <a:t>We</a:t>
            </a:r>
            <a:r>
              <a:rPr spc="-2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fully</a:t>
            </a:r>
            <a:r>
              <a:rPr spc="-15" dirty="0"/>
              <a:t> </a:t>
            </a:r>
            <a:r>
              <a:rPr dirty="0"/>
              <a:t>committed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engage</a:t>
            </a:r>
            <a:r>
              <a:rPr spc="-15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spc="130" dirty="0">
                <a:solidFill>
                  <a:srgbClr val="795D9A"/>
                </a:solidFill>
              </a:rPr>
              <a:t>strong</a:t>
            </a:r>
            <a:r>
              <a:rPr spc="-65" dirty="0">
                <a:solidFill>
                  <a:srgbClr val="795D9A"/>
                </a:solidFill>
              </a:rPr>
              <a:t> </a:t>
            </a:r>
            <a:r>
              <a:rPr spc="125" dirty="0">
                <a:solidFill>
                  <a:srgbClr val="795D9A"/>
                </a:solidFill>
              </a:rPr>
              <a:t>partnerships</a:t>
            </a:r>
            <a:r>
              <a:rPr spc="-20" dirty="0">
                <a:solidFill>
                  <a:srgbClr val="795D9A"/>
                </a:solidFill>
              </a:rPr>
              <a:t> </a:t>
            </a:r>
            <a:r>
              <a:rPr dirty="0"/>
              <a:t>with</a:t>
            </a:r>
            <a:r>
              <a:rPr spc="-15" dirty="0"/>
              <a:t> </a:t>
            </a:r>
            <a:r>
              <a:rPr spc="-25" dirty="0"/>
              <a:t>our 	</a:t>
            </a:r>
            <a:r>
              <a:rPr spc="-10" dirty="0"/>
              <a:t>customers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2083</Words>
  <Application>Microsoft Macintosh PowerPoint</Application>
  <PresentationFormat>Custom</PresentationFormat>
  <Paragraphs>377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Tahoma</vt:lpstr>
      <vt:lpstr>Times New Roman</vt:lpstr>
      <vt:lpstr>Trebuchet MS</vt:lpstr>
      <vt:lpstr>Wingdings</vt:lpstr>
      <vt:lpstr>Office Theme</vt:lpstr>
      <vt:lpstr>PowerPoint Presentation</vt:lpstr>
      <vt:lpstr>AGENDA</vt:lpstr>
      <vt:lpstr>PowerPoint Presentation</vt:lpstr>
      <vt:lpstr>PowerPoint Presentation</vt:lpstr>
      <vt:lpstr>Alpaca</vt:lpstr>
      <vt:lpstr>BELTHAZAR LABS INNOVATING AT THE SPEED OF IDEAS</vt:lpstr>
      <vt:lpstr>GLOBAL REACH</vt:lpstr>
      <vt:lpstr>CUSTOMERS WE SERVE</vt:lpstr>
      <vt:lpstr>PowerPoint Presentation</vt:lpstr>
      <vt:lpstr>Do you know what set of professional activities for the Communications Infrastructures we offer?</vt:lpstr>
      <vt:lpstr>Alpaca Eastern Europe South has endless capabilities</vt:lpstr>
      <vt:lpstr>Alpaca in Eastern Europe South</vt:lpstr>
      <vt:lpstr>Alpaca Romania – Capabilities</vt:lpstr>
      <vt:lpstr>PowerPoint Presentation</vt:lpstr>
      <vt:lpstr>HIGH LEVERAGE NETWORKTM (HLN)</vt:lpstr>
      <vt:lpstr>HIGH LEVERAGE NETWORK™ A PLATFORM FOR VALUE CREATION</vt:lpstr>
      <vt:lpstr>IDEAS FOR GROWTH MARKET GROWTH PROGRAMS</vt:lpstr>
      <vt:lpstr>References/proof of our expertise</vt:lpstr>
      <vt:lpstr>THE DYNAMIC ENTERPRISE</vt:lpstr>
      <vt:lpstr>STRATEGIC INDUSTRIES</vt:lpstr>
      <vt:lpstr>References/proof of our expertise</vt:lpstr>
      <vt:lpstr>References/proof of our expertise</vt:lpstr>
      <vt:lpstr>PowerPoint Presentation</vt:lpstr>
      <vt:lpstr>Alpaca Your partner for success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Alcatel-Lucent_EES Overview 2011_final</dc:title>
  <dc:creator>annagy</dc:creator>
  <cp:lastModifiedBy>Emmanuel Adedipe</cp:lastModifiedBy>
  <cp:revision>1</cp:revision>
  <dcterms:created xsi:type="dcterms:W3CDTF">2025-05-08T23:59:49Z</dcterms:created>
  <dcterms:modified xsi:type="dcterms:W3CDTF">2025-11-20T15:14:02Z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2012-03-21T00:00:00Z</vt:filetime>
  </property>
  <property fmtid="{D5CDD505-2E9C-101B-9397-08002B2CF9AE}" pid="3" name="Creator">
    <vt:lpwstr>PDFCreator Version 0.9.0</vt:lpwstr>
  </property>
  <property fmtid="{D5CDD505-2E9C-101B-9397-08002B2CF9AE}" pid="4" name="LastSaved">
    <vt:filetime>2025-05-08T00:00:00Z</vt:filetime>
  </property>
  <property fmtid="{D5CDD505-2E9C-101B-9397-08002B2CF9AE}" pid="5" name="Producer">
    <vt:lpwstr>AFPL Ghostscript 8.53</vt:lpwstr>
  </property>
</Properties>
</file>