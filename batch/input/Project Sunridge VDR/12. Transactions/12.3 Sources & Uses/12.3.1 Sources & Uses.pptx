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75" y="1326825"/>
            <a:ext cx="8863426" cy="30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08125" y="308850"/>
            <a:ext cx="274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2"/>
                </a:solidFill>
              </a:rPr>
              <a:t>Sources &amp; Uses</a:t>
            </a:r>
            <a:endParaRPr b="1" sz="18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