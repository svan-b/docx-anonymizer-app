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Average"/>
      <p:regular r:id="rId10"/>
    </p:embeddedFont>
    <p:embeddedFont>
      <p:font typeface="Oswal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F4B8A9-E661-43CE-A369-99A00915B016}">
  <a:tblStyle styleId="{9EF4B8A9-E661-43CE-A369-99A00915B01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Average-regular.fntdata"/><Relationship Id="rId11" Type="http://schemas.openxmlformats.org/officeDocument/2006/relationships/font" Target="fonts/Oswald-regular.fntdata"/><Relationship Id="rId12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8973459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8973459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89734595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89734595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Sources and Uses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Barista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Google Shape;65;p14"/>
          <p:cNvGraphicFramePr/>
          <p:nvPr/>
        </p:nvGraphicFramePr>
        <p:xfrm>
          <a:off x="40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{9EF4B8A9-E661-43CE-A369-99A00915B016}</a:tableStyleId>
              </a:tblPr>
              <a:tblGrid>
                <a:gridCol w="2047875"/>
                <a:gridCol w="971550"/>
                <a:gridCol w="988250"/>
                <a:gridCol w="44911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Sources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Amount ($MM)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% of Total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Gross Primary Offering Proceeds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317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33.3%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6,000,000 new shares issued by the Company.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Gross Secondary Offering Proceeds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633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66.7%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12,000,000 shares sold by ABC Partners L.P. funds and executives.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Total Sources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950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100.0%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—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5"/>
          <p:cNvGraphicFramePr/>
          <p:nvPr/>
        </p:nvGraphicFramePr>
        <p:xfrm>
          <a:off x="94200" y="1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{9EF4B8A9-E661-43CE-A369-99A00915B016}</a:tableStyleId>
              </a:tblPr>
              <a:tblGrid>
                <a:gridCol w="3115525"/>
                <a:gridCol w="920025"/>
                <a:gridCol w="1296400"/>
                <a:gridCol w="3634675"/>
              </a:tblGrid>
              <a:tr h="43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Uses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Amount ($MM)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% of Primary Proceeds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Repayment of Borrowings under Revolving Credit Facility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75.0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23.7%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Pay down outstanding balance under $650MM revolver (5.4% weighted average rate).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New Shop Development (CapEx)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175.0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55.3%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Fund new store buildouts, drive-thru construction, and equipment purchases.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Technology &amp; Infrastructure Investments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20.8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6.6%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Digital platform, mobile ordering, and customer loyalty enhancements.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General Corporate Purposes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30.0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9.5%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Working capital, personnel, and other strategic initiatives.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Offering Expenses (Legal, Accounting, Listing Fees)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3.2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Between underwriting fees and offering expense, equal 5%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Underwriting Discount (4.0%)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12.7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4.0%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Based on gross primary portion; company pays only on its shares.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Total Uses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316.7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100.0%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Approximate Net Proceeds to Company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cp:lastModifiedBy>python-pptx</cp:lastModifiedBy>
  <cp:revision>1</cp:revision>
  <dcterms:modified xsi:type="dcterms:W3CDTF">2025-11-09T23:18:26Z</dcterms:modified>
</cp:coreProperties>
</file>