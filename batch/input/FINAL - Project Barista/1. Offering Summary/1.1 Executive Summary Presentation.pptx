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Average-regular.fntdata"/><Relationship Id="rId14" Type="http://schemas.openxmlformats.org/officeDocument/2006/relationships/font" Target="fonts/Oswald-regular.fntdata"/><Relationship Id="rId15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89640d3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89640d3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9640d3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9640d3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9640d3c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9640d3c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9640d3c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89640d3c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89640d3c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89640d3c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89640d3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89640d3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Executive Summary Presentation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Barista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0" y="4758600"/>
            <a:ext cx="914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Disclaimer: Content is only for institutional US- based investors. Past performance is no guarantee for future performance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Company Information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Unit Economics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Growth Initiatives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Competitive Advantage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Transaction Information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Information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Overview: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Regional coffee chain that is rapidly growing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1,043 stores (725 company-owned and 318 franchised stores) across 19 states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Trajectory: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Started first store in Florida in 1992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2017: Switched from franchising model to opening company-owned stores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2021: Initial Public Offering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2025: Opens store number 1,000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Additional info: 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Management: Chairperson (founder) Jack Leonard, CEO Leslie Jones, CFO Bob MacIntosh = strong industry experience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Key - service, speed, and quality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Named One of Best Places to Work in 2024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Strong Emotional Connection with Customers</a:t>
            </a:r>
            <a:endParaRPr>
              <a:solidFill>
                <a:schemeClr val="dk1"/>
              </a:solidFill>
            </a:endParaRPr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Grew market share 1.7% (2019-2024E), according to Industry publication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Economics	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Average Unit Volume Sales (AUVS): $300,000 (since 2020)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Unit growth: 2x (since 2020)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5-year unit growth compound annual growth rate (CAGR): 42%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Expanded food options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Introduced mobile ordering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Manager turnover: 14% vs 77% for industry average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 Initiatives 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Loyalty/Rewards Program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Loyalty/Rewards members percentage of all transactions increased from 44% (Q1 2021) to 71% (Q4 2025).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Pre-packaged coffee in mass market stores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Charity efforts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Customization: Expect beverages to be customized by customers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Focused on drive-thru versus sit down store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Industry leader in iced beverages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Energy beverages are 25% of total sales (also customized beverages)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Core customer: Gen Z (born between 1996 and 2010)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Innovation: Protein Coffee, Boba, Sweet Cereal Sips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Advantage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Information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Secondary offering of equity: 18 million shares (6 million primary and 12 million selling shareholders)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Public offering price: $52.78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Proceeds: $950 million ($317 million to Project Barista and $633 million to selling shareholders)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Underwriters: </a:t>
            </a:r>
            <a:r>
              <a:rPr lang="en">
                <a:solidFill>
                  <a:schemeClr val="dk1"/>
                </a:solidFill>
              </a:rPr>
              <a:t>AAABB. LLC, BBBCC Securities, DDDFF Securities LLC as Joint Book-Running Managers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Use of Proceeds: New shop development, repayment of revolver borrowings, technology and infrastructure investment and general corporate purposes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Selling shareholders - ABC Partners L.P. funds and certain executives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2025-11-09T23:18:25Z</dcterms:modified>
</cp:coreProperties>
</file>