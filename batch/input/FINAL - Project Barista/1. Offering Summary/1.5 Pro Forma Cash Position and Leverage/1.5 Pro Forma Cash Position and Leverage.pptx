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Average"/>
      <p:regular r:id="rId9"/>
    </p:embeddedFont>
    <p:embeddedFont>
      <p:font typeface="Oswald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191A50-71EB-462B-9C3C-82F86C9BF46D}">
  <a:tblStyle styleId="{8A191A50-71EB-462B-9C3C-82F86C9BF46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font" Target="fonts/Average-regular.fntdata"/><Relationship Id="rId10" Type="http://schemas.openxmlformats.org/officeDocument/2006/relationships/font" Target="fonts/Oswald-regular.fntdata"/><Relationship Id="rId11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5b24dc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5b24dc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1.5 Pro Forma Cash Position and Leverage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Barista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Pro-Forma Cash Position and Leverage</a:t>
            </a:r>
            <a:endParaRPr/>
          </a:p>
        </p:txBody>
      </p:sp>
      <p:graphicFrame>
        <p:nvGraphicFramePr>
          <p:cNvPr id="66" name="Google Shape;66;p14"/>
          <p:cNvGraphicFramePr/>
          <p:nvPr/>
        </p:nvGraphicFramePr>
        <p:xfrm>
          <a:off x="762000" y="120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{8A191A50-71EB-462B-9C3C-82F86C9BF46D}</a:tableStyleId>
              </a:tblPr>
              <a:tblGrid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In Millions of USD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Q2 2025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Q3 2025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Q4 2025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2025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2026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2027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2028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Estimate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Estimate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Forecast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Forecast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Forecast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Forecast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06/30/2025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09/30/2025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12/31/2025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12/31/2026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12/31/2026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12/31/2027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12/31/2028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Cash and Equivalents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254.4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276.7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300.9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300.9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635.8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553.7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788.4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Long-term Debt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196.8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213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230.5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230.5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306.7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411.9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552.5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Operating Income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54.7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68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83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236.8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381.7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588.6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880.7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Depreciation and Amortization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27.9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28.7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29.6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112.6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33.3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37.5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42.2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EBITDA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82.6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96.7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112.6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349.44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415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626.1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922.8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Long-term Debt/EBITDA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2.38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2.20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2.05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0.66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0.76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0.69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0.64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cp:lastModifiedBy>python-pptx</cp:lastModifiedBy>
  <cp:revision>1</cp:revision>
  <dcterms:modified xsi:type="dcterms:W3CDTF">2025-11-09T23:18:26Z</dcterms:modified>
</cp:coreProperties>
</file>