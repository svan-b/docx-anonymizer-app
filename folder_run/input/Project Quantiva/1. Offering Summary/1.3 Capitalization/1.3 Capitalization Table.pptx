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Roboto Slab"/>
      <p:regular r:id="rId9"/>
      <p:bold r:id="rId10"/>
    </p:embeddedFon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jwTuD1JG51T0Q3aWMoMsZFUrcu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998743-C6B4-4B6C-B030-350FC4CD5487}">
  <a:tblStyle styleId="{7F998743-C6B4-4B6C-B030-350FC4CD548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font" Target="fonts/RobotoSlab-bold.fntdata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RobotoSlab-regular.fntdata"/><Relationship Id="rId15" Type="http://customschemas.google.com/relationships/presentationmetadata" Target="metadata"/><Relationship Id="rId14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cad8a7_0_129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cad8a7_0_129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cad8a7_0_129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cad8a7_0_129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cad8a7_0_129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cad8a7_0_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cad8a7_0_136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cad8a7_0_136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0c5cad8a7_0_1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0c5cad8a7_0_14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0c5cad8a7_0_14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0c5cad8a7_0_14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0c5cad8a7_0_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cad8a7_0_14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cad8a7_0_14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cad8a7_0_14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cad8a7_0_14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cad8a7_0_1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cad8a7_0_15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cad8a7_0_1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cad8a7_0_154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cad8a7_0_154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cad8a7_0_154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cad8a7_0_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cad8a7_0_15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cad8a7_0_1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cad8a7_0_162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0c5cad8a7_0_162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cad8a7_0_162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cad8a7_0_162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cad8a7_0_16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cad8a7_0_1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cad8a7_0_169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cad8a7_0_1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cad8a7_0_172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0c5cad8a7_0_172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cad8a7_0_172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cad8a7_0_1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cad8a7_0_1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cad8a7_0_1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cad8a7_0_1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cad8a7_0_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1.3 Capitalization Table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2"/>
          <p:cNvGraphicFramePr/>
          <p:nvPr/>
        </p:nvGraphicFramePr>
        <p:xfrm>
          <a:off x="439075" y="158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{7F998743-C6B4-4B6C-B030-350FC4CD5487}</a:tableStyleId>
              </a:tblPr>
              <a:tblGrid>
                <a:gridCol w="1068325"/>
                <a:gridCol w="1068325"/>
                <a:gridCol w="1068325"/>
                <a:gridCol w="1068325"/>
                <a:gridCol w="1068325"/>
                <a:gridCol w="1068325"/>
                <a:gridCol w="1068325"/>
                <a:gridCol w="787575"/>
              </a:tblGrid>
              <a:tr h="23947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Stockholder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Class A Common Stock Beneficially Owned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Class B Common Stock Beneficially Owned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Total Common Stock Beneficially Owned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Combined Voting Power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Shares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Shares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Shares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Elena Vargas and related entities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31,726,000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11.01%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-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31,726,000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10.84%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10.84%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YG Partners, LP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15,000,000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5.21%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15,000,000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5.13%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5.13%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Continuing Equity Owners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-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4,506,422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100%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4,506,422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1.54%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1.54%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All current directors and executive officers as a group (7 persons) 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33,600,000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11.66%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-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33,600,000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11.45%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11.45%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" name="Google Shape;70;p2"/>
          <p:cNvSpPr txBox="1"/>
          <p:nvPr>
            <p:ph type="title"/>
          </p:nvPr>
        </p:nvSpPr>
        <p:spPr>
          <a:xfrm>
            <a:off x="311700" y="117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Capitalization Table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