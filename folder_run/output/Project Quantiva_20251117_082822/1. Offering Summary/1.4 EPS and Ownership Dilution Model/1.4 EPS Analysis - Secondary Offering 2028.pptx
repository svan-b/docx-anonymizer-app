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iW180mAxHfHtbGgnUIBXhLDYWr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874EDE-80CA-46C3-83DD-F04B1CF52905}">
  <a:tblStyle styleId="{A0874EDE-80CA-46C3-83DD-F04B1CF5290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RobotoSlab-regular.fntdata"/><Relationship Id="rId14" Type="http://schemas.openxmlformats.org/officeDocument/2006/relationships/font" Target="fonts/RobotoSlab-bold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6126"/>
              <a:buNone/>
            </a:pPr>
            <a:r>
              <a:rPr lang="en"/>
              <a:t>1.4 EPS Analysis - Secondary Offering - 2028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367,300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$1.2747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$1.2747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{A0874EDE-80CA-46C3-83DD-F04B1CF52905}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293,840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$0.9383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$0.9383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330,570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$1.0556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$1.0556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348,935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$1.1143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$1.1143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367,300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$1.1729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385,665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$1.2316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$1.2316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404,030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$1.2902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$1.2902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440,760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$1.4075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$1.4075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477,490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$1.5248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$1.5248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2025-11-17T16:28:26Z</dcterms:modified>
  <dc:creator/>
  <dc:subject/>
  <cp:keywords/>
  <dc:description/>
  <cp:category/>
  <cp:contentStatus/>
  <dc:identifier/>
  <cp:version>None</cp:version>
</cp:coreProperties>
</file>