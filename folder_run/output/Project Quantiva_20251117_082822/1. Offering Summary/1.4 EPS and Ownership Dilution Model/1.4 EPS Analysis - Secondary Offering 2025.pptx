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9T5RYZTtD38AU5Uj4KYJGRSX8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3A7C16-7770-4D03-A8E4-11400DAE4708}">
  <a:tblStyle styleId="{9B3A7C16-7770-4D03-A8E4-11400DAE47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888"/>
              <a:buNone/>
            </a:pPr>
            <a:r>
              <a:rPr lang="en"/>
              <a:t>1.4 </a:t>
            </a:r>
            <a:r>
              <a:rPr lang="en"/>
              <a:t>EPS Analysis - Secondary Offering - 2025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6,800.00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Analysis: </a:t>
            </a:r>
            <a:r>
              <a:rPr lang="en"/>
              <a:t>Impact on EPS (Post Offering)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$0.0174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$0.0174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6,120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$0.0195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$0.0195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6,460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$0.0206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$0.0206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7,140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$0.0228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$0.0228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7,480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8,160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$0.0261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$0.0261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$0.0282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$0.0282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2025-11-17T16:28:25Z</dcterms:modified>
  <dc:creator/>
  <dc:subject/>
  <cp:keywords/>
  <dc:description/>
  <cp:category/>
  <cp:contentStatus/>
  <dc:identifier/>
  <cp:version>None</cp:version>
</cp:coreProperties>
</file>