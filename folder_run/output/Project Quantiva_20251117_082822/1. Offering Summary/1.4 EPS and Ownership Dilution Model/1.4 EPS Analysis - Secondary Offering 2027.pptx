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jk2MXV7tZd7m9IplScLwt7EIbM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957F81-53A1-4C02-A763-38E3DD2BB868}">
  <a:tblStyle styleId="{A9957F81-53A1-4C02-A763-38E3DD2BB8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RobotoSlab-regular.fntdata"/><Relationship Id="rId14" Type="http://schemas.openxmlformats.org/officeDocument/2006/relationships/font" Target="fonts/RobotoSlab-bold.fntdata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8771"/>
              <a:buNone/>
            </a:pPr>
            <a:r>
              <a:rPr lang="en"/>
              <a:t>1.4 EPS Analysis - Secondary Offering - 2027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114,800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{A9957F81-53A1-4C02-A763-38E3DD2BB868}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$0.3984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{A9957F81-53A1-4C02-A763-38E3DD2BB868}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$0.3984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Sensitivity Analysis: Impact on EPS (Post Offering)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{A9957F81-53A1-4C02-A763-38E3DD2BB868}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91,840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$0.2933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$0.2933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103,320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$0.3299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$0.3299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109,060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$0.3483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$0.3483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120,540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$0.3849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$0.3849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126,280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$0.4033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$0.4033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137,760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$0.4399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$0.4399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149,240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$0.4766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$0.4766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2025-11-17T16:28:26Z</dcterms:modified>
  <dc:creator/>
  <dc:subject/>
  <cp:keywords/>
  <dc:description/>
  <cp:category/>
  <cp:contentStatus/>
  <dc:identifier/>
  <cp:version>None</cp:version>
</cp:coreProperties>
</file>